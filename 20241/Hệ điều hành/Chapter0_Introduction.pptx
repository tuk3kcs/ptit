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468" r:id="rId2"/>
    <p:sldId id="491" r:id="rId3"/>
    <p:sldId id="466" r:id="rId4"/>
    <p:sldId id="492" r:id="rId5"/>
    <p:sldId id="490" r:id="rId6"/>
    <p:sldId id="493" r:id="rId7"/>
    <p:sldId id="403" r:id="rId8"/>
    <p:sldId id="494" r:id="rId9"/>
    <p:sldId id="495" r:id="rId10"/>
    <p:sldId id="496" r:id="rId11"/>
    <p:sldId id="497" r:id="rId12"/>
    <p:sldId id="49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F2941"/>
    <a:srgbClr val="F9E3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6"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 Tien Cong" userId="add35771-5da6-4f22-9fed-b8d8ff8b7c0f" providerId="ADAL" clId="{C38BA350-026F-4809-8E9E-F6C4B8E937E5}"/>
    <pc:docChg chg="undo custSel addSld delSld modSld sldOrd">
      <pc:chgData name="Tran Tien Cong" userId="add35771-5da6-4f22-9fed-b8d8ff8b7c0f" providerId="ADAL" clId="{C38BA350-026F-4809-8E9E-F6C4B8E937E5}" dt="2024-08-15T02:29:15.159" v="490"/>
      <pc:docMkLst>
        <pc:docMk/>
      </pc:docMkLst>
      <pc:sldChg chg="modSp add mod modClrScheme chgLayout">
        <pc:chgData name="Tran Tien Cong" userId="add35771-5da6-4f22-9fed-b8d8ff8b7c0f" providerId="ADAL" clId="{C38BA350-026F-4809-8E9E-F6C4B8E937E5}" dt="2024-08-15T02:09:41.110" v="3" actId="27636"/>
        <pc:sldMkLst>
          <pc:docMk/>
          <pc:sldMk cId="0" sldId="403"/>
        </pc:sldMkLst>
        <pc:spChg chg="mod ord">
          <ac:chgData name="Tran Tien Cong" userId="add35771-5da6-4f22-9fed-b8d8ff8b7c0f" providerId="ADAL" clId="{C38BA350-026F-4809-8E9E-F6C4B8E937E5}" dt="2024-08-15T02:09:41.071" v="2" actId="700"/>
          <ac:spMkLst>
            <pc:docMk/>
            <pc:sldMk cId="0" sldId="403"/>
            <ac:spMk id="6147" creationId="{315A4643-7125-E925-0A95-B959C9741116}"/>
          </ac:spMkLst>
        </pc:spChg>
        <pc:spChg chg="mod ord">
          <ac:chgData name="Tran Tien Cong" userId="add35771-5da6-4f22-9fed-b8d8ff8b7c0f" providerId="ADAL" clId="{C38BA350-026F-4809-8E9E-F6C4B8E937E5}" dt="2024-08-15T02:09:41.110" v="3" actId="27636"/>
          <ac:spMkLst>
            <pc:docMk/>
            <pc:sldMk cId="0" sldId="403"/>
            <ac:spMk id="9218" creationId="{B49F79F1-1443-6F68-2DB5-9E7BC2629705}"/>
          </ac:spMkLst>
        </pc:spChg>
      </pc:sldChg>
      <pc:sldChg chg="modSp add mod ord modClrScheme chgLayout">
        <pc:chgData name="Tran Tien Cong" userId="add35771-5da6-4f22-9fed-b8d8ff8b7c0f" providerId="ADAL" clId="{C38BA350-026F-4809-8E9E-F6C4B8E937E5}" dt="2024-08-15T02:16:13.816" v="129"/>
        <pc:sldMkLst>
          <pc:docMk/>
          <pc:sldMk cId="0" sldId="466"/>
        </pc:sldMkLst>
        <pc:spChg chg="mod ord">
          <ac:chgData name="Tran Tien Cong" userId="add35771-5da6-4f22-9fed-b8d8ff8b7c0f" providerId="ADAL" clId="{C38BA350-026F-4809-8E9E-F6C4B8E937E5}" dt="2024-08-15T02:09:41.071" v="2" actId="700"/>
          <ac:spMkLst>
            <pc:docMk/>
            <pc:sldMk cId="0" sldId="466"/>
            <ac:spMk id="12290" creationId="{85B04745-4458-5341-0E0A-66E08110C135}"/>
          </ac:spMkLst>
        </pc:spChg>
        <pc:picChg chg="mod ord">
          <ac:chgData name="Tran Tien Cong" userId="add35771-5da6-4f22-9fed-b8d8ff8b7c0f" providerId="ADAL" clId="{C38BA350-026F-4809-8E9E-F6C4B8E937E5}" dt="2024-08-15T02:09:41.071" v="2" actId="700"/>
          <ac:picMkLst>
            <pc:docMk/>
            <pc:sldMk cId="0" sldId="466"/>
            <ac:picMk id="12291" creationId="{496CDCA9-A5C7-9205-A2DC-393B773CD7B1}"/>
          </ac:picMkLst>
        </pc:picChg>
      </pc:sldChg>
      <pc:sldChg chg="modSp mod">
        <pc:chgData name="Tran Tien Cong" userId="add35771-5da6-4f22-9fed-b8d8ff8b7c0f" providerId="ADAL" clId="{C38BA350-026F-4809-8E9E-F6C4B8E937E5}" dt="2024-08-15T02:11:01.882" v="118" actId="20577"/>
        <pc:sldMkLst>
          <pc:docMk/>
          <pc:sldMk cId="0" sldId="468"/>
        </pc:sldMkLst>
        <pc:spChg chg="mod">
          <ac:chgData name="Tran Tien Cong" userId="add35771-5da6-4f22-9fed-b8d8ff8b7c0f" providerId="ADAL" clId="{C38BA350-026F-4809-8E9E-F6C4B8E937E5}" dt="2024-08-15T02:10:40.840" v="52" actId="20577"/>
          <ac:spMkLst>
            <pc:docMk/>
            <pc:sldMk cId="0" sldId="468"/>
            <ac:spMk id="2" creationId="{00000000-0000-0000-0000-000000000000}"/>
          </ac:spMkLst>
        </pc:spChg>
        <pc:spChg chg="mod">
          <ac:chgData name="Tran Tien Cong" userId="add35771-5da6-4f22-9fed-b8d8ff8b7c0f" providerId="ADAL" clId="{C38BA350-026F-4809-8E9E-F6C4B8E937E5}" dt="2024-08-15T02:11:01.882" v="118" actId="20577"/>
          <ac:spMkLst>
            <pc:docMk/>
            <pc:sldMk cId="0" sldId="468"/>
            <ac:spMk id="7" creationId="{00000000-0000-0000-0000-000000000000}"/>
          </ac:spMkLst>
        </pc:spChg>
      </pc:sldChg>
      <pc:sldChg chg="del">
        <pc:chgData name="Tran Tien Cong" userId="add35771-5da6-4f22-9fed-b8d8ff8b7c0f" providerId="ADAL" clId="{C38BA350-026F-4809-8E9E-F6C4B8E937E5}" dt="2024-08-15T02:18:13.014" v="154" actId="47"/>
        <pc:sldMkLst>
          <pc:docMk/>
          <pc:sldMk cId="0" sldId="480"/>
        </pc:sldMkLst>
      </pc:sldChg>
      <pc:sldChg chg="del">
        <pc:chgData name="Tran Tien Cong" userId="add35771-5da6-4f22-9fed-b8d8ff8b7c0f" providerId="ADAL" clId="{C38BA350-026F-4809-8E9E-F6C4B8E937E5}" dt="2024-08-15T02:15:55.607" v="127" actId="47"/>
        <pc:sldMkLst>
          <pc:docMk/>
          <pc:sldMk cId="0" sldId="482"/>
        </pc:sldMkLst>
      </pc:sldChg>
      <pc:sldChg chg="addSp delSp modSp add mod modClrScheme chgLayout">
        <pc:chgData name="Tran Tien Cong" userId="add35771-5da6-4f22-9fed-b8d8ff8b7c0f" providerId="ADAL" clId="{C38BA350-026F-4809-8E9E-F6C4B8E937E5}" dt="2024-08-15T02:17:29.345" v="147" actId="22"/>
        <pc:sldMkLst>
          <pc:docMk/>
          <pc:sldMk cId="0" sldId="490"/>
        </pc:sldMkLst>
        <pc:spChg chg="mod ord">
          <ac:chgData name="Tran Tien Cong" userId="add35771-5da6-4f22-9fed-b8d8ff8b7c0f" providerId="ADAL" clId="{C38BA350-026F-4809-8E9E-F6C4B8E937E5}" dt="2024-08-15T02:09:54.223" v="8" actId="20577"/>
          <ac:spMkLst>
            <pc:docMk/>
            <pc:sldMk cId="0" sldId="490"/>
            <ac:spMk id="5123" creationId="{9AD25F6D-76FD-3B05-0DFD-0D784C77E4A3}"/>
          </ac:spMkLst>
        </pc:spChg>
        <pc:spChg chg="mod ord">
          <ac:chgData name="Tran Tien Cong" userId="add35771-5da6-4f22-9fed-b8d8ff8b7c0f" providerId="ADAL" clId="{C38BA350-026F-4809-8E9E-F6C4B8E937E5}" dt="2024-08-15T02:09:41.071" v="2" actId="700"/>
          <ac:spMkLst>
            <pc:docMk/>
            <pc:sldMk cId="0" sldId="490"/>
            <ac:spMk id="8194" creationId="{29A511CE-155D-81A6-A374-BCCEABE7561F}"/>
          </ac:spMkLst>
        </pc:spChg>
        <pc:picChg chg="add del">
          <ac:chgData name="Tran Tien Cong" userId="add35771-5da6-4f22-9fed-b8d8ff8b7c0f" providerId="ADAL" clId="{C38BA350-026F-4809-8E9E-F6C4B8E937E5}" dt="2024-08-15T02:17:29.345" v="147" actId="22"/>
          <ac:picMkLst>
            <pc:docMk/>
            <pc:sldMk cId="0" sldId="490"/>
            <ac:picMk id="3" creationId="{34A5D7B8-37D9-DB77-F7D1-F7FA4C717E3C}"/>
          </ac:picMkLst>
        </pc:picChg>
        <pc:picChg chg="mod">
          <ac:chgData name="Tran Tien Cong" userId="add35771-5da6-4f22-9fed-b8d8ff8b7c0f" providerId="ADAL" clId="{C38BA350-026F-4809-8E9E-F6C4B8E937E5}" dt="2024-08-15T02:09:57.659" v="9" actId="1076"/>
          <ac:picMkLst>
            <pc:docMk/>
            <pc:sldMk cId="0" sldId="490"/>
            <ac:picMk id="8196" creationId="{793A022B-B90E-FA80-D2C2-CF2023A8D722}"/>
          </ac:picMkLst>
        </pc:picChg>
      </pc:sldChg>
      <pc:sldChg chg="modSp add mod ord modClrScheme chgLayout">
        <pc:chgData name="Tran Tien Cong" userId="add35771-5da6-4f22-9fed-b8d8ff8b7c0f" providerId="ADAL" clId="{C38BA350-026F-4809-8E9E-F6C4B8E937E5}" dt="2024-08-15T02:15:52.126" v="126" actId="20577"/>
        <pc:sldMkLst>
          <pc:docMk/>
          <pc:sldMk cId="0" sldId="491"/>
        </pc:sldMkLst>
        <pc:spChg chg="mod ord">
          <ac:chgData name="Tran Tien Cong" userId="add35771-5da6-4f22-9fed-b8d8ff8b7c0f" providerId="ADAL" clId="{C38BA350-026F-4809-8E9E-F6C4B8E937E5}" dt="2024-08-15T02:09:41.071" v="2" actId="700"/>
          <ac:spMkLst>
            <pc:docMk/>
            <pc:sldMk cId="0" sldId="491"/>
            <ac:spMk id="11266" creationId="{6F7C06DB-28A4-A3FE-A54A-F2D5F107E2AD}"/>
          </ac:spMkLst>
        </pc:spChg>
        <pc:spChg chg="mod ord">
          <ac:chgData name="Tran Tien Cong" userId="add35771-5da6-4f22-9fed-b8d8ff8b7c0f" providerId="ADAL" clId="{C38BA350-026F-4809-8E9E-F6C4B8E937E5}" dt="2024-08-15T02:15:52.126" v="126" actId="20577"/>
          <ac:spMkLst>
            <pc:docMk/>
            <pc:sldMk cId="0" sldId="491"/>
            <ac:spMk id="41987" creationId="{59F2E4ED-E954-76C5-931E-9BD408153671}"/>
          </ac:spMkLst>
        </pc:spChg>
      </pc:sldChg>
      <pc:sldChg chg="addSp delSp modSp new mod">
        <pc:chgData name="Tran Tien Cong" userId="add35771-5da6-4f22-9fed-b8d8ff8b7c0f" providerId="ADAL" clId="{C38BA350-026F-4809-8E9E-F6C4B8E937E5}" dt="2024-08-15T02:17:14.605" v="145" actId="1076"/>
        <pc:sldMkLst>
          <pc:docMk/>
          <pc:sldMk cId="4266788779" sldId="492"/>
        </pc:sldMkLst>
        <pc:spChg chg="mod">
          <ac:chgData name="Tran Tien Cong" userId="add35771-5da6-4f22-9fed-b8d8ff8b7c0f" providerId="ADAL" clId="{C38BA350-026F-4809-8E9E-F6C4B8E937E5}" dt="2024-08-15T02:16:21.712" v="135" actId="20577"/>
          <ac:spMkLst>
            <pc:docMk/>
            <pc:sldMk cId="4266788779" sldId="492"/>
            <ac:spMk id="2" creationId="{E476B2AB-E6F4-76C9-6F3E-7776A5B714C3}"/>
          </ac:spMkLst>
        </pc:spChg>
        <pc:spChg chg="add del">
          <ac:chgData name="Tran Tien Cong" userId="add35771-5da6-4f22-9fed-b8d8ff8b7c0f" providerId="ADAL" clId="{C38BA350-026F-4809-8E9E-F6C4B8E937E5}" dt="2024-08-15T02:17:05.841" v="141"/>
          <ac:spMkLst>
            <pc:docMk/>
            <pc:sldMk cId="4266788779" sldId="492"/>
            <ac:spMk id="3" creationId="{B6DAC8D3-9AB6-43A1-403D-A6A7930C95B4}"/>
          </ac:spMkLst>
        </pc:spChg>
        <pc:spChg chg="add mod">
          <ac:chgData name="Tran Tien Cong" userId="add35771-5da6-4f22-9fed-b8d8ff8b7c0f" providerId="ADAL" clId="{C38BA350-026F-4809-8E9E-F6C4B8E937E5}" dt="2024-08-15T02:17:02.296" v="139"/>
          <ac:spMkLst>
            <pc:docMk/>
            <pc:sldMk cId="4266788779" sldId="492"/>
            <ac:spMk id="4" creationId="{948DD240-057D-114C-F1E2-7B90C49949C0}"/>
          </ac:spMkLst>
        </pc:spChg>
        <pc:spChg chg="add mod">
          <ac:chgData name="Tran Tien Cong" userId="add35771-5da6-4f22-9fed-b8d8ff8b7c0f" providerId="ADAL" clId="{C38BA350-026F-4809-8E9E-F6C4B8E937E5}" dt="2024-08-15T02:17:05.841" v="141"/>
          <ac:spMkLst>
            <pc:docMk/>
            <pc:sldMk cId="4266788779" sldId="492"/>
            <ac:spMk id="5" creationId="{E45C4D56-9714-5A9C-FCD3-5F53D35FC27A}"/>
          </ac:spMkLst>
        </pc:spChg>
        <pc:spChg chg="add">
          <ac:chgData name="Tran Tien Cong" userId="add35771-5da6-4f22-9fed-b8d8ff8b7c0f" providerId="ADAL" clId="{C38BA350-026F-4809-8E9E-F6C4B8E937E5}" dt="2024-08-15T02:17:06.743" v="142"/>
          <ac:spMkLst>
            <pc:docMk/>
            <pc:sldMk cId="4266788779" sldId="492"/>
            <ac:spMk id="6" creationId="{78BAB8CF-602C-68FA-9665-A4BE1B9AE9A0}"/>
          </ac:spMkLst>
        </pc:spChg>
        <pc:picChg chg="add mod">
          <ac:chgData name="Tran Tien Cong" userId="add35771-5da6-4f22-9fed-b8d8ff8b7c0f" providerId="ADAL" clId="{C38BA350-026F-4809-8E9E-F6C4B8E937E5}" dt="2024-08-15T02:17:14.605" v="145" actId="1076"/>
          <ac:picMkLst>
            <pc:docMk/>
            <pc:sldMk cId="4266788779" sldId="492"/>
            <ac:picMk id="7" creationId="{6DACD7AC-9EDC-5B62-7334-0B95835C76A8}"/>
          </ac:picMkLst>
        </pc:picChg>
        <pc:picChg chg="add mod">
          <ac:chgData name="Tran Tien Cong" userId="add35771-5da6-4f22-9fed-b8d8ff8b7c0f" providerId="ADAL" clId="{C38BA350-026F-4809-8E9E-F6C4B8E937E5}" dt="2024-08-15T02:16:53.429" v="137"/>
          <ac:picMkLst>
            <pc:docMk/>
            <pc:sldMk cId="4266788779" sldId="492"/>
            <ac:picMk id="1026" creationId="{153989E0-A4C2-C510-4CA3-F660619D6E12}"/>
          </ac:picMkLst>
        </pc:picChg>
      </pc:sldChg>
      <pc:sldChg chg="addSp delSp modSp new mod">
        <pc:chgData name="Tran Tien Cong" userId="add35771-5da6-4f22-9fed-b8d8ff8b7c0f" providerId="ADAL" clId="{C38BA350-026F-4809-8E9E-F6C4B8E937E5}" dt="2024-08-15T02:17:44.256" v="153"/>
        <pc:sldMkLst>
          <pc:docMk/>
          <pc:sldMk cId="3112808517" sldId="493"/>
        </pc:sldMkLst>
        <pc:spChg chg="mod">
          <ac:chgData name="Tran Tien Cong" userId="add35771-5da6-4f22-9fed-b8d8ff8b7c0f" providerId="ADAL" clId="{C38BA350-026F-4809-8E9E-F6C4B8E937E5}" dt="2024-08-15T02:17:44.256" v="153"/>
          <ac:spMkLst>
            <pc:docMk/>
            <pc:sldMk cId="3112808517" sldId="493"/>
            <ac:spMk id="2" creationId="{A13EE4CC-127B-A879-E3F6-72827888C403}"/>
          </ac:spMkLst>
        </pc:spChg>
        <pc:spChg chg="del">
          <ac:chgData name="Tran Tien Cong" userId="add35771-5da6-4f22-9fed-b8d8ff8b7c0f" providerId="ADAL" clId="{C38BA350-026F-4809-8E9E-F6C4B8E937E5}" dt="2024-08-15T02:17:31.519" v="149" actId="22"/>
          <ac:spMkLst>
            <pc:docMk/>
            <pc:sldMk cId="3112808517" sldId="493"/>
            <ac:spMk id="3" creationId="{11934AB0-3489-1821-026D-A3964CBBB57B}"/>
          </ac:spMkLst>
        </pc:spChg>
        <pc:picChg chg="add mod ord">
          <ac:chgData name="Tran Tien Cong" userId="add35771-5da6-4f22-9fed-b8d8ff8b7c0f" providerId="ADAL" clId="{C38BA350-026F-4809-8E9E-F6C4B8E937E5}" dt="2024-08-15T02:17:31.519" v="149" actId="22"/>
          <ac:picMkLst>
            <pc:docMk/>
            <pc:sldMk cId="3112808517" sldId="493"/>
            <ac:picMk id="5" creationId="{D75109EF-09C5-FAB6-5473-FCC5D427D1E8}"/>
          </ac:picMkLst>
        </pc:picChg>
      </pc:sldChg>
      <pc:sldChg chg="modSp new mod">
        <pc:chgData name="Tran Tien Cong" userId="add35771-5da6-4f22-9fed-b8d8ff8b7c0f" providerId="ADAL" clId="{C38BA350-026F-4809-8E9E-F6C4B8E937E5}" dt="2024-08-15T02:21:54.987" v="203" actId="6549"/>
        <pc:sldMkLst>
          <pc:docMk/>
          <pc:sldMk cId="34617984" sldId="494"/>
        </pc:sldMkLst>
        <pc:spChg chg="mod">
          <ac:chgData name="Tran Tien Cong" userId="add35771-5da6-4f22-9fed-b8d8ff8b7c0f" providerId="ADAL" clId="{C38BA350-026F-4809-8E9E-F6C4B8E937E5}" dt="2024-08-15T02:19:08.449" v="179" actId="20577"/>
          <ac:spMkLst>
            <pc:docMk/>
            <pc:sldMk cId="34617984" sldId="494"/>
            <ac:spMk id="2" creationId="{8BD50D47-CC1C-6EB7-DA11-2ED54A8F78E2}"/>
          </ac:spMkLst>
        </pc:spChg>
        <pc:spChg chg="mod">
          <ac:chgData name="Tran Tien Cong" userId="add35771-5da6-4f22-9fed-b8d8ff8b7c0f" providerId="ADAL" clId="{C38BA350-026F-4809-8E9E-F6C4B8E937E5}" dt="2024-08-15T02:21:54.987" v="203" actId="6549"/>
          <ac:spMkLst>
            <pc:docMk/>
            <pc:sldMk cId="34617984" sldId="494"/>
            <ac:spMk id="3" creationId="{191E43DA-296E-300C-5EC7-C2E7AA21474E}"/>
          </ac:spMkLst>
        </pc:spChg>
      </pc:sldChg>
      <pc:sldChg chg="modSp new mod">
        <pc:chgData name="Tran Tien Cong" userId="add35771-5da6-4f22-9fed-b8d8ff8b7c0f" providerId="ADAL" clId="{C38BA350-026F-4809-8E9E-F6C4B8E937E5}" dt="2024-08-15T02:24:11.398" v="248" actId="20577"/>
        <pc:sldMkLst>
          <pc:docMk/>
          <pc:sldMk cId="852853688" sldId="495"/>
        </pc:sldMkLst>
        <pc:spChg chg="mod">
          <ac:chgData name="Tran Tien Cong" userId="add35771-5da6-4f22-9fed-b8d8ff8b7c0f" providerId="ADAL" clId="{C38BA350-026F-4809-8E9E-F6C4B8E937E5}" dt="2024-08-15T02:24:11.398" v="248" actId="20577"/>
          <ac:spMkLst>
            <pc:docMk/>
            <pc:sldMk cId="852853688" sldId="495"/>
            <ac:spMk id="2" creationId="{CBE9FA8B-1EFF-4022-F172-843E939F7693}"/>
          </ac:spMkLst>
        </pc:spChg>
        <pc:spChg chg="mod">
          <ac:chgData name="Tran Tien Cong" userId="add35771-5da6-4f22-9fed-b8d8ff8b7c0f" providerId="ADAL" clId="{C38BA350-026F-4809-8E9E-F6C4B8E937E5}" dt="2024-08-15T02:23:42.780" v="238" actId="20577"/>
          <ac:spMkLst>
            <pc:docMk/>
            <pc:sldMk cId="852853688" sldId="495"/>
            <ac:spMk id="3" creationId="{6A7DE458-7F12-3742-0985-B51D6254B89B}"/>
          </ac:spMkLst>
        </pc:spChg>
      </pc:sldChg>
      <pc:sldChg chg="modSp new mod">
        <pc:chgData name="Tran Tien Cong" userId="add35771-5da6-4f22-9fed-b8d8ff8b7c0f" providerId="ADAL" clId="{C38BA350-026F-4809-8E9E-F6C4B8E937E5}" dt="2024-08-15T02:24:44.706" v="311" actId="403"/>
        <pc:sldMkLst>
          <pc:docMk/>
          <pc:sldMk cId="4057236127" sldId="496"/>
        </pc:sldMkLst>
        <pc:spChg chg="mod">
          <ac:chgData name="Tran Tien Cong" userId="add35771-5da6-4f22-9fed-b8d8ff8b7c0f" providerId="ADAL" clId="{C38BA350-026F-4809-8E9E-F6C4B8E937E5}" dt="2024-08-15T02:24:19.957" v="271" actId="20577"/>
          <ac:spMkLst>
            <pc:docMk/>
            <pc:sldMk cId="4057236127" sldId="496"/>
            <ac:spMk id="2" creationId="{15DC9192-3B8D-DCDC-51C7-49043EE182A3}"/>
          </ac:spMkLst>
        </pc:spChg>
        <pc:spChg chg="mod">
          <ac:chgData name="Tran Tien Cong" userId="add35771-5da6-4f22-9fed-b8d8ff8b7c0f" providerId="ADAL" clId="{C38BA350-026F-4809-8E9E-F6C4B8E937E5}" dt="2024-08-15T02:24:44.706" v="311" actId="403"/>
          <ac:spMkLst>
            <pc:docMk/>
            <pc:sldMk cId="4057236127" sldId="496"/>
            <ac:spMk id="3" creationId="{B4936973-0595-7859-ACF0-AC6089D29626}"/>
          </ac:spMkLst>
        </pc:spChg>
      </pc:sldChg>
      <pc:sldChg chg="modSp new mod">
        <pc:chgData name="Tran Tien Cong" userId="add35771-5da6-4f22-9fed-b8d8ff8b7c0f" providerId="ADAL" clId="{C38BA350-026F-4809-8E9E-F6C4B8E937E5}" dt="2024-08-15T02:29:15.159" v="490"/>
        <pc:sldMkLst>
          <pc:docMk/>
          <pc:sldMk cId="3033953961" sldId="497"/>
        </pc:sldMkLst>
        <pc:spChg chg="mod">
          <ac:chgData name="Tran Tien Cong" userId="add35771-5da6-4f22-9fed-b8d8ff8b7c0f" providerId="ADAL" clId="{C38BA350-026F-4809-8E9E-F6C4B8E937E5}" dt="2024-08-15T02:24:58.986" v="337" actId="20577"/>
          <ac:spMkLst>
            <pc:docMk/>
            <pc:sldMk cId="3033953961" sldId="497"/>
            <ac:spMk id="2" creationId="{20F018C5-2FC2-418D-708E-B64E88C711D8}"/>
          </ac:spMkLst>
        </pc:spChg>
        <pc:spChg chg="mod">
          <ac:chgData name="Tran Tien Cong" userId="add35771-5da6-4f22-9fed-b8d8ff8b7c0f" providerId="ADAL" clId="{C38BA350-026F-4809-8E9E-F6C4B8E937E5}" dt="2024-08-15T02:29:15.159" v="490"/>
          <ac:spMkLst>
            <pc:docMk/>
            <pc:sldMk cId="3033953961" sldId="497"/>
            <ac:spMk id="3" creationId="{30AA508F-363E-BFB0-F653-655F75F28171}"/>
          </ac:spMkLst>
        </pc:spChg>
      </pc:sldChg>
      <pc:sldChg chg="modSp new mod">
        <pc:chgData name="Tran Tien Cong" userId="add35771-5da6-4f22-9fed-b8d8ff8b7c0f" providerId="ADAL" clId="{C38BA350-026F-4809-8E9E-F6C4B8E937E5}" dt="2024-08-15T02:27:10.774" v="352" actId="20577"/>
        <pc:sldMkLst>
          <pc:docMk/>
          <pc:sldMk cId="2169910955" sldId="498"/>
        </pc:sldMkLst>
        <pc:spChg chg="mod">
          <ac:chgData name="Tran Tien Cong" userId="add35771-5da6-4f22-9fed-b8d8ff8b7c0f" providerId="ADAL" clId="{C38BA350-026F-4809-8E9E-F6C4B8E937E5}" dt="2024-08-15T02:27:10.774" v="352" actId="20577"/>
          <ac:spMkLst>
            <pc:docMk/>
            <pc:sldMk cId="2169910955" sldId="498"/>
            <ac:spMk id="2" creationId="{39FE13D5-6425-F14E-5CC3-EE261DCAB1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E437F9-DE86-4ECB-9830-F6924401D148}" type="datetimeFigureOut">
              <a:rPr lang="en-US" smtClean="0"/>
              <a:t>8/15/2024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581F98-CC9F-48A5-94CE-DF3208B7E8D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5"/>
          </p:nvPr>
        </p:nvSpPr>
        <p:spPr/>
        <p:txBody>
          <a:bodyPr/>
          <a:lstStyle/>
          <a:p>
            <a:fld id="{58D55EA5-3370-4C7C-A627-2A4252009235}"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3C215DF2-41EC-4C5A-0782-34E61471F8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700">
                <a:solidFill>
                  <a:schemeClr val="tx1"/>
                </a:solidFill>
                <a:latin typeface="Times New Roman" panose="02020603050405020304" pitchFamily="18" charset="0"/>
              </a:defRPr>
            </a:lvl1pPr>
            <a:lvl2pPr marL="742950" indent="-285750" defTabSz="930275">
              <a:defRPr sz="2700">
                <a:solidFill>
                  <a:schemeClr val="tx1"/>
                </a:solidFill>
                <a:latin typeface="Times New Roman" panose="02020603050405020304" pitchFamily="18" charset="0"/>
              </a:defRPr>
            </a:lvl2pPr>
            <a:lvl3pPr marL="1143000" indent="-228600" defTabSz="930275">
              <a:defRPr sz="2700">
                <a:solidFill>
                  <a:schemeClr val="tx1"/>
                </a:solidFill>
                <a:latin typeface="Times New Roman" panose="02020603050405020304" pitchFamily="18" charset="0"/>
              </a:defRPr>
            </a:lvl3pPr>
            <a:lvl4pPr marL="1600200" indent="-228600" defTabSz="930275">
              <a:defRPr sz="2700">
                <a:solidFill>
                  <a:schemeClr val="tx1"/>
                </a:solidFill>
                <a:latin typeface="Times New Roman" panose="02020603050405020304" pitchFamily="18" charset="0"/>
              </a:defRPr>
            </a:lvl4pPr>
            <a:lvl5pPr marL="2057400" indent="-228600" defTabSz="930275">
              <a:defRPr sz="27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7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7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7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700">
                <a:solidFill>
                  <a:schemeClr val="tx1"/>
                </a:solidFill>
                <a:latin typeface="Times New Roman" panose="02020603050405020304" pitchFamily="18" charset="0"/>
              </a:defRPr>
            </a:lvl9pPr>
          </a:lstStyle>
          <a:p>
            <a:fld id="{B72FBE3D-16B1-493B-B247-53C1348EFA50}" type="slidenum">
              <a:rPr lang="he-IL" altLang="en-US" sz="1200"/>
              <a:pPr/>
              <a:t>7</a:t>
            </a:fld>
            <a:endParaRPr lang="en-US" altLang="en-US" sz="1200"/>
          </a:p>
        </p:txBody>
      </p:sp>
      <p:sp>
        <p:nvSpPr>
          <p:cNvPr id="10243" name="Rectangle 2">
            <a:extLst>
              <a:ext uri="{FF2B5EF4-FFF2-40B4-BE49-F238E27FC236}">
                <a16:creationId xmlns:a16="http://schemas.microsoft.com/office/drawing/2014/main" id="{FA941EE4-2DEF-4CF9-D72A-A83FC857366D}"/>
              </a:ext>
            </a:extLst>
          </p:cNvPr>
          <p:cNvSpPr>
            <a:spLocks noChangeArrowheads="1" noTextEdit="1"/>
          </p:cNvSpPr>
          <p:nvPr>
            <p:ph type="sldImg"/>
          </p:nvPr>
        </p:nvSpPr>
        <p:spPr>
          <a:ln/>
        </p:spPr>
      </p:sp>
      <p:sp>
        <p:nvSpPr>
          <p:cNvPr id="10244" name="Rectangle 3">
            <a:extLst>
              <a:ext uri="{FF2B5EF4-FFF2-40B4-BE49-F238E27FC236}">
                <a16:creationId xmlns:a16="http://schemas.microsoft.com/office/drawing/2014/main" id="{3D3366EA-8BDC-1A11-46B8-BC38BE2CF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rang bìa">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1413994" y="2078017"/>
            <a:ext cx="7643742" cy="2181139"/>
          </a:xfrm>
        </p:spPr>
        <p:txBody>
          <a:bodyPr anchor="b">
            <a:normAutofit/>
          </a:bodyPr>
          <a:lstStyle>
            <a:lvl1pPr algn="l">
              <a:lnSpc>
                <a:spcPct val="100000"/>
              </a:lnSpc>
              <a:defRPr sz="4400" b="1">
                <a:solidFill>
                  <a:schemeClr val="bg1"/>
                </a:solidFill>
                <a:latin typeface="Arial" panose="020B0604020202020204" pitchFamily="34" charset="0"/>
                <a:cs typeface="Arial" panose="020B0604020202020204" pitchFamily="34" charset="0"/>
              </a:defRPr>
            </a:lvl1pPr>
          </a:lstStyle>
          <a:p>
            <a:r>
              <a:rPr lang="en-US" err="1"/>
              <a:t>Tiêu</a:t>
            </a:r>
            <a:r>
              <a:rPr lang="en-US"/>
              <a:t> </a:t>
            </a:r>
            <a:r>
              <a:rPr lang="en-US" err="1"/>
              <a:t>đề</a:t>
            </a:r>
            <a:r>
              <a:rPr lang="en-US"/>
              <a:t> </a:t>
            </a:r>
            <a:r>
              <a:rPr lang="en-US" err="1"/>
              <a:t>bài</a:t>
            </a:r>
            <a:r>
              <a:rPr lang="en-US"/>
              <a:t> </a:t>
            </a:r>
            <a:r>
              <a:rPr lang="en-US" err="1"/>
              <a:t>giảng</a:t>
            </a:r>
            <a:endParaRPr lang="en-US"/>
          </a:p>
        </p:txBody>
      </p:sp>
      <p:sp>
        <p:nvSpPr>
          <p:cNvPr id="3" name="Subtitle 2"/>
          <p:cNvSpPr>
            <a:spLocks noGrp="1"/>
          </p:cNvSpPr>
          <p:nvPr>
            <p:ph type="subTitle" idx="1" hasCustomPrompt="1"/>
          </p:nvPr>
        </p:nvSpPr>
        <p:spPr>
          <a:xfrm>
            <a:off x="1413995" y="4535991"/>
            <a:ext cx="5107576" cy="1278213"/>
          </a:xfrm>
        </p:spPr>
        <p:txBody>
          <a:bodyPr>
            <a:normAutofit/>
          </a:bodyPr>
          <a:lstStyle>
            <a:lvl1pPr marL="0" indent="0" algn="l">
              <a:buNone/>
              <a:defRPr sz="1600">
                <a:solidFill>
                  <a:srgbClr val="F9E3E6"/>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err="1"/>
              <a:t>Giảng</a:t>
            </a:r>
            <a:r>
              <a:rPr lang="en-US"/>
              <a:t> </a:t>
            </a:r>
            <a:r>
              <a:rPr lang="en-US" err="1"/>
              <a:t>viên</a:t>
            </a:r>
            <a:r>
              <a:rPr lang="en-US"/>
              <a:t> </a:t>
            </a:r>
            <a:r>
              <a:rPr lang="en-US" err="1"/>
              <a:t>hướng</a:t>
            </a:r>
            <a:r>
              <a:rPr lang="en-US"/>
              <a:t> </a:t>
            </a:r>
            <a:r>
              <a:rPr lang="en-US" err="1"/>
              <a:t>dẫn</a:t>
            </a:r>
            <a:r>
              <a:rPr lang="en-US"/>
              <a:t> &amp; </a:t>
            </a:r>
            <a:r>
              <a:rPr lang="en-US" err="1"/>
              <a:t>Liên</a:t>
            </a:r>
            <a:r>
              <a:rPr lang="en-US"/>
              <a:t> </a:t>
            </a:r>
            <a:r>
              <a:rPr lang="en-US" err="1"/>
              <a:t>hệ</a:t>
            </a:r>
            <a:endParaRPr lang="en-US"/>
          </a:p>
        </p:txBody>
      </p:sp>
      <p:sp>
        <p:nvSpPr>
          <p:cNvPr id="12" name="Text Placeholder 11"/>
          <p:cNvSpPr>
            <a:spLocks noGrp="1"/>
          </p:cNvSpPr>
          <p:nvPr>
            <p:ph type="body" sz="quarter" idx="10" hasCustomPrompt="1"/>
          </p:nvPr>
        </p:nvSpPr>
        <p:spPr>
          <a:xfrm>
            <a:off x="1414463" y="1569800"/>
            <a:ext cx="7643812" cy="431800"/>
          </a:xfrm>
        </p:spPr>
        <p:txBody>
          <a:bodyPr anchor="ctr">
            <a:normAutofit/>
          </a:bodyPr>
          <a:lstStyle>
            <a:lvl1pPr marL="0" indent="0">
              <a:buNone/>
              <a:defRPr sz="1800" b="1">
                <a:solidFill>
                  <a:schemeClr val="bg1"/>
                </a:solidFill>
                <a:latin typeface="Arial" panose="020B0604020202020204" pitchFamily="34" charset="0"/>
                <a:cs typeface="Arial" panose="020B0604020202020204" pitchFamily="34" charset="0"/>
              </a:defRPr>
            </a:lvl1pPr>
          </a:lstStyle>
          <a:p>
            <a:pPr lvl="0"/>
            <a:r>
              <a:rPr lang="en-US"/>
              <a:t>Tên khoa</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rang nội du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451" y="365125"/>
            <a:ext cx="9726349" cy="747683"/>
          </a:xfrm>
        </p:spPr>
        <p:txBody>
          <a:bodyPr>
            <a:normAutofit/>
          </a:bodyPr>
          <a:lstStyle>
            <a:lvl1pPr>
              <a:defRPr sz="3200" b="1">
                <a:solidFill>
                  <a:srgbClr val="CF2941"/>
                </a:solidFill>
                <a:latin typeface="Arial" panose="020B0604020202020204" pitchFamily="34" charset="0"/>
                <a:cs typeface="Arial" panose="020B0604020202020204" pitchFamily="34" charset="0"/>
              </a:defRPr>
            </a:lvl1pPr>
          </a:lstStyle>
          <a:p>
            <a:r>
              <a:rPr lang="en-US"/>
              <a:t>Thêm tiêu đề</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738" y="454841"/>
            <a:ext cx="510697" cy="510697"/>
          </a:xfrm>
          <a:prstGeom prst="rect">
            <a:avLst/>
          </a:prstGeom>
        </p:spPr>
      </p:pic>
      <p:sp>
        <p:nvSpPr>
          <p:cNvPr id="12" name="Content Placeholder 11"/>
          <p:cNvSpPr>
            <a:spLocks noGrp="1"/>
          </p:cNvSpPr>
          <p:nvPr>
            <p:ph sz="quarter" idx="10" hasCustomPrompt="1"/>
          </p:nvPr>
        </p:nvSpPr>
        <p:spPr>
          <a:xfrm>
            <a:off x="879894" y="1285875"/>
            <a:ext cx="10473906" cy="4692650"/>
          </a:xfrm>
        </p:spPr>
        <p:txBody>
          <a:bodyPr>
            <a:normAutofit/>
          </a:bodyPr>
          <a:lstStyle>
            <a:lvl1pPr>
              <a:lnSpc>
                <a:spcPct val="120000"/>
              </a:lnSpc>
              <a:spcBef>
                <a:spcPts val="0"/>
              </a:spcBef>
              <a:defRPr sz="2000">
                <a:latin typeface="Arial" panose="020B0604020202020204" pitchFamily="34" charset="0"/>
                <a:cs typeface="Arial" panose="020B0604020202020204" pitchFamily="34" charset="0"/>
              </a:defRPr>
            </a:lvl1pPr>
          </a:lstStyle>
          <a:p>
            <a:pPr lvl="0"/>
            <a:r>
              <a:rPr lang="en-US"/>
              <a:t>Thêm nội dung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rang trắn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00002E"/>
                </a:solidFill>
                <a:latin typeface="Tahoma" panose="020B0604030504040204"/>
                <a:cs typeface="Tahoma" panose="020B0604030504040204"/>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panose="020B0604030504040204"/>
                <a:cs typeface="Verdana" panose="020B060403050404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00002E"/>
                </a:solidFill>
                <a:latin typeface="Tahoma" panose="020B0604030504040204"/>
                <a:cs typeface="Tahoma" panose="020B060403050404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588685-049B-CB43-9E0E-1514C50F1839}" type="datetime1">
              <a:rPr lang="en-US" smtClean="0"/>
              <a:t>8/15/2024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A3F7CB7D-F184-43C7-B6FD-03D728E1BBFF}" type="slidenum">
              <a:rPr lang="en-US" smtClean="0">
                <a:solidFill>
                  <a:srgbClr val="FFFFFF"/>
                </a:solidFill>
              </a:rPr>
              <a:t>‹#›</a:t>
            </a:fld>
            <a:endParaRPr lang="en-US">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10" name="Graphic 7"/>
          <p:cNvGrpSpPr/>
          <p:nvPr/>
        </p:nvGrpSpPr>
        <p:grpSpPr>
          <a:xfrm>
            <a:off x="10942930" y="6349094"/>
            <a:ext cx="458663" cy="519671"/>
            <a:chOff x="10942929" y="6267414"/>
            <a:chExt cx="458662" cy="572322"/>
          </a:xfrm>
        </p:grpSpPr>
        <p:sp>
          <p:nvSpPr>
            <p:cNvPr id="11" name="Freeform: Shape 10"/>
            <p:cNvSpPr/>
            <p:nvPr/>
          </p:nvSpPr>
          <p:spPr>
            <a:xfrm>
              <a:off x="10957438" y="6278295"/>
              <a:ext cx="429646" cy="561441"/>
            </a:xfrm>
            <a:custGeom>
              <a:avLst/>
              <a:gdLst>
                <a:gd name="connsiteX0" fmla="*/ 0 w 429646"/>
                <a:gd name="connsiteY0" fmla="*/ 0 h 561441"/>
                <a:gd name="connsiteX1" fmla="*/ 429646 w 429646"/>
                <a:gd name="connsiteY1" fmla="*/ 0 h 561441"/>
                <a:gd name="connsiteX2" fmla="*/ 429646 w 429646"/>
                <a:gd name="connsiteY2" fmla="*/ 561442 h 561441"/>
                <a:gd name="connsiteX3" fmla="*/ 0 w 429646"/>
                <a:gd name="connsiteY3" fmla="*/ 561442 h 561441"/>
              </a:gdLst>
              <a:ahLst/>
              <a:cxnLst>
                <a:cxn ang="0">
                  <a:pos x="connsiteX0" y="connsiteY0"/>
                </a:cxn>
                <a:cxn ang="0">
                  <a:pos x="connsiteX1" y="connsiteY1"/>
                </a:cxn>
                <a:cxn ang="0">
                  <a:pos x="connsiteX2" y="connsiteY2"/>
                </a:cxn>
                <a:cxn ang="0">
                  <a:pos x="connsiteX3" y="connsiteY3"/>
                </a:cxn>
              </a:cxnLst>
              <a:rect l="l" t="t" r="r" b="b"/>
              <a:pathLst>
                <a:path w="429646" h="561441">
                  <a:moveTo>
                    <a:pt x="0" y="0"/>
                  </a:moveTo>
                  <a:lnTo>
                    <a:pt x="429646" y="0"/>
                  </a:lnTo>
                  <a:lnTo>
                    <a:pt x="429646" y="561442"/>
                  </a:lnTo>
                  <a:lnTo>
                    <a:pt x="0" y="561442"/>
                  </a:lnTo>
                  <a:close/>
                </a:path>
              </a:pathLst>
            </a:custGeom>
            <a:solidFill>
              <a:srgbClr val="D72027"/>
            </a:solidFill>
            <a:ln w="12192" cap="flat">
              <a:noFill/>
              <a:prstDash val="solid"/>
              <a:miter/>
            </a:ln>
          </p:spPr>
          <p:txBody>
            <a:bodyPr rtlCol="0" anchor="ctr"/>
            <a:lstStyle/>
            <a:p>
              <a:endParaRPr lang="vi-VN" sz="1350"/>
            </a:p>
          </p:txBody>
        </p:sp>
        <p:sp>
          <p:nvSpPr>
            <p:cNvPr id="12" name="Freeform: Shape 11"/>
            <p:cNvSpPr/>
            <p:nvPr/>
          </p:nvSpPr>
          <p:spPr>
            <a:xfrm>
              <a:off x="10942929" y="6267414"/>
              <a:ext cx="458662" cy="572322"/>
            </a:xfrm>
            <a:custGeom>
              <a:avLst/>
              <a:gdLst>
                <a:gd name="connsiteX0" fmla="*/ 429646 w 458662"/>
                <a:gd name="connsiteY0" fmla="*/ 21763 h 572322"/>
                <a:gd name="connsiteX1" fmla="*/ 429646 w 458662"/>
                <a:gd name="connsiteY1" fmla="*/ 572323 h 572322"/>
                <a:gd name="connsiteX2" fmla="*/ 28895 w 458662"/>
                <a:gd name="connsiteY2" fmla="*/ 572323 h 572322"/>
                <a:gd name="connsiteX3" fmla="*/ 28895 w 458662"/>
                <a:gd name="connsiteY3" fmla="*/ 21763 h 572322"/>
                <a:gd name="connsiteX4" fmla="*/ 429646 w 458662"/>
                <a:gd name="connsiteY4" fmla="*/ 21763 h 572322"/>
                <a:gd name="connsiteX5" fmla="*/ 458663 w 458662"/>
                <a:gd name="connsiteY5" fmla="*/ 0 h 572322"/>
                <a:gd name="connsiteX6" fmla="*/ 0 w 458662"/>
                <a:gd name="connsiteY6" fmla="*/ 0 h 572322"/>
                <a:gd name="connsiteX7" fmla="*/ 0 w 458662"/>
                <a:gd name="connsiteY7" fmla="*/ 572232 h 572322"/>
                <a:gd name="connsiteX8" fmla="*/ 458663 w 458662"/>
                <a:gd name="connsiteY8" fmla="*/ 572232 h 572322"/>
                <a:gd name="connsiteX9" fmla="*/ 458663 w 458662"/>
                <a:gd name="connsiteY9" fmla="*/ 0 h 572322"/>
                <a:gd name="connsiteX10" fmla="*/ 458663 w 458662"/>
                <a:gd name="connsiteY10" fmla="*/ 0 h 57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8662" h="572322">
                  <a:moveTo>
                    <a:pt x="429646" y="21763"/>
                  </a:moveTo>
                  <a:lnTo>
                    <a:pt x="429646" y="572323"/>
                  </a:lnTo>
                  <a:lnTo>
                    <a:pt x="28895" y="572323"/>
                  </a:lnTo>
                  <a:lnTo>
                    <a:pt x="28895" y="21763"/>
                  </a:lnTo>
                  <a:lnTo>
                    <a:pt x="429646" y="21763"/>
                  </a:lnTo>
                  <a:moveTo>
                    <a:pt x="458663" y="0"/>
                  </a:moveTo>
                  <a:lnTo>
                    <a:pt x="0" y="0"/>
                  </a:lnTo>
                  <a:lnTo>
                    <a:pt x="0" y="572232"/>
                  </a:lnTo>
                  <a:lnTo>
                    <a:pt x="458663" y="572232"/>
                  </a:lnTo>
                  <a:lnTo>
                    <a:pt x="458663" y="0"/>
                  </a:lnTo>
                  <a:lnTo>
                    <a:pt x="458663" y="0"/>
                  </a:lnTo>
                  <a:close/>
                </a:path>
              </a:pathLst>
            </a:custGeom>
            <a:solidFill>
              <a:srgbClr val="FFFFFF"/>
            </a:solidFill>
            <a:ln w="12192" cap="flat">
              <a:noFill/>
              <a:prstDash val="solid"/>
              <a:miter/>
            </a:ln>
          </p:spPr>
          <p:txBody>
            <a:bodyPr rtlCol="0" anchor="ctr"/>
            <a:lstStyle/>
            <a:p>
              <a:endParaRPr lang="vi-VN" sz="1350"/>
            </a:p>
          </p:txBody>
        </p:sp>
      </p:grpSp>
      <p:sp>
        <p:nvSpPr>
          <p:cNvPr id="4" name="Date Placeholder 3"/>
          <p:cNvSpPr>
            <a:spLocks noGrp="1"/>
          </p:cNvSpPr>
          <p:nvPr>
            <p:ph type="dt" sz="half" idx="10"/>
          </p:nvPr>
        </p:nvSpPr>
        <p:spPr/>
        <p:txBody>
          <a:bodyPr/>
          <a:lstStyle/>
          <a:p>
            <a:fld id="{F0625589-5386-4AD6-AE83-596FFDD9B747}" type="datetime1">
              <a:rPr lang="en-US" smtClean="0"/>
              <a:t>8/15/2024</a:t>
            </a:fld>
            <a:endParaRPr lang="en-US"/>
          </a:p>
        </p:txBody>
      </p:sp>
      <p:sp>
        <p:nvSpPr>
          <p:cNvPr id="5" name="Footer Placeholder 4"/>
          <p:cNvSpPr>
            <a:spLocks noGrp="1"/>
          </p:cNvSpPr>
          <p:nvPr>
            <p:ph type="ftr" sz="quarter" idx="11"/>
          </p:nvPr>
        </p:nvSpPr>
        <p:spPr/>
        <p:txBody>
          <a:bodyPr/>
          <a:lstStyle>
            <a:lvl1pPr>
              <a:defRPr/>
            </a:lvl1pPr>
          </a:lstStyle>
          <a:p>
            <a:r>
              <a:rPr lang="en-US"/>
              <a:t>Chuyển đổi Dữ liệu thành Giá trị kinh doanh </a:t>
            </a:r>
          </a:p>
        </p:txBody>
      </p:sp>
      <p:sp>
        <p:nvSpPr>
          <p:cNvPr id="6" name="Slide Number Placeholder 5"/>
          <p:cNvSpPr>
            <a:spLocks noGrp="1"/>
          </p:cNvSpPr>
          <p:nvPr>
            <p:ph type="sldNum" sz="quarter" idx="12"/>
          </p:nvPr>
        </p:nvSpPr>
        <p:spPr>
          <a:xfrm>
            <a:off x="8534400" y="6356351"/>
            <a:ext cx="2844800" cy="365125"/>
          </a:xfrm>
        </p:spPr>
        <p:txBody>
          <a:bodyPr/>
          <a:lstStyle>
            <a:lvl1pPr>
              <a:defRPr sz="1200">
                <a:solidFill>
                  <a:schemeClr val="bg1"/>
                </a:solidFill>
                <a:latin typeface="Arial" panose="020B0604020202020204" pitchFamily="34" charset="0"/>
                <a:cs typeface="Arial" panose="020B0604020202020204" pitchFamily="34" charset="0"/>
              </a:defRPr>
            </a:lvl1pPr>
          </a:lstStyle>
          <a:p>
            <a:fld id="{F17AAD20-ED16-42C0-8C46-A09995EC75E3}" type="slidenum">
              <a:rPr lang="en-US" smtClean="0"/>
              <a:t>‹#›</a:t>
            </a:fld>
            <a:endParaRPr lang="en-US"/>
          </a:p>
        </p:txBody>
      </p:sp>
      <p:pic>
        <p:nvPicPr>
          <p:cNvPr id="7" name="Picture 6" descr="A picture containing drawing&#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4265536" cy="1022477"/>
          </a:xfrm>
          <a:prstGeom prst="rect">
            <a:avLst/>
          </a:prstGeom>
        </p:spPr>
      </p:pic>
      <p:sp>
        <p:nvSpPr>
          <p:cNvPr id="3" name="Freeform: Shape 2"/>
          <p:cNvSpPr/>
          <p:nvPr/>
        </p:nvSpPr>
        <p:spPr>
          <a:xfrm>
            <a:off x="0" y="6357000"/>
            <a:ext cx="12196755" cy="9144"/>
          </a:xfrm>
          <a:custGeom>
            <a:avLst/>
            <a:gdLst>
              <a:gd name="connsiteX0" fmla="*/ 12196755 w 12196754"/>
              <a:gd name="connsiteY0" fmla="*/ 0 h 9144"/>
              <a:gd name="connsiteX1" fmla="*/ 0 w 12196754"/>
              <a:gd name="connsiteY1" fmla="*/ 0 h 9144"/>
            </a:gdLst>
            <a:ahLst/>
            <a:cxnLst>
              <a:cxn ang="0">
                <a:pos x="connsiteX0" y="connsiteY0"/>
              </a:cxn>
              <a:cxn ang="0">
                <a:pos x="connsiteX1" y="connsiteY1"/>
              </a:cxn>
            </a:cxnLst>
            <a:rect l="l" t="t" r="r" b="b"/>
            <a:pathLst>
              <a:path w="12196754" h="9144">
                <a:moveTo>
                  <a:pt x="12196755" y="0"/>
                </a:moveTo>
                <a:lnTo>
                  <a:pt x="0" y="0"/>
                </a:lnTo>
              </a:path>
            </a:pathLst>
          </a:custGeom>
          <a:ln w="24384" cap="flat">
            <a:solidFill>
              <a:srgbClr val="D72027"/>
            </a:solidFill>
            <a:prstDash val="solid"/>
            <a:miter/>
          </a:ln>
        </p:spPr>
        <p:txBody>
          <a:bodyPr rtlCol="0" anchor="ctr"/>
          <a:lstStyle/>
          <a:p>
            <a:endParaRPr lang="vi-VN" sz="1350"/>
          </a:p>
        </p:txBody>
      </p:sp>
      <p:sp>
        <p:nvSpPr>
          <p:cNvPr id="9" name="Rectangle 8"/>
          <p:cNvSpPr/>
          <p:nvPr userDrawn="1"/>
        </p:nvSpPr>
        <p:spPr>
          <a:xfrm>
            <a:off x="1" y="6488668"/>
            <a:ext cx="995785" cy="253916"/>
          </a:xfrm>
          <a:prstGeom prst="rect">
            <a:avLst/>
          </a:prstGeom>
        </p:spPr>
        <p:txBody>
          <a:bodyPr wrap="none">
            <a:spAutoFit/>
          </a:bodyPr>
          <a:lstStyle/>
          <a:p>
            <a:r>
              <a:rPr lang="vi-VN" sz="1050" b="1" i="1">
                <a:solidFill>
                  <a:srgbClr val="DA2128"/>
                </a:solidFill>
                <a:latin typeface="Consolas" panose="020B0609020204030204" pitchFamily="49" charset="0"/>
                <a:cs typeface="Consolas" panose="020B0609020204030204" pitchFamily="49" charset="0"/>
              </a:rPr>
              <a:t>#MakeInPTIT</a:t>
            </a:r>
            <a:endParaRPr lang="en-US" sz="1050" b="1" i="1">
              <a:solidFill>
                <a:srgbClr val="DA2128"/>
              </a:solidFill>
              <a:latin typeface="Georgia" panose="02040502050405020303" pitchFamily="18" charset="0"/>
              <a:cs typeface="Consolas" panose="020B0609020204030204" pitchFamily="49" charset="0"/>
            </a:endParaRPr>
          </a:p>
        </p:txBody>
      </p:sp>
      <p:sp>
        <p:nvSpPr>
          <p:cNvPr id="8" name="Content Placeholder 7"/>
          <p:cNvSpPr>
            <a:spLocks noGrp="1"/>
          </p:cNvSpPr>
          <p:nvPr>
            <p:ph sz="quarter" idx="13"/>
          </p:nvPr>
        </p:nvSpPr>
        <p:spPr>
          <a:xfrm>
            <a:off x="609600" y="1828800"/>
            <a:ext cx="10972800" cy="4171950"/>
          </a:xfrm>
        </p:spPr>
        <p:txBody>
          <a:bodyPr/>
          <a:lstStyle>
            <a:lvl1pPr>
              <a:defRPr sz="2800">
                <a:latin typeface="Times New Roman" panose="02020603050405020304" charset="0"/>
                <a:cs typeface="Times New Roman" panose="02020603050405020304" charset="0"/>
              </a:defRPr>
            </a:lvl1pPr>
            <a:lvl2pPr>
              <a:defRPr>
                <a:latin typeface="Times New Roman" panose="02020603050405020304" charset="0"/>
                <a:cs typeface="Times New Roman" panose="02020603050405020304" charset="0"/>
              </a:defRPr>
            </a:lvl2pPr>
            <a:lvl3pPr>
              <a:defRPr>
                <a:latin typeface="Times New Roman" panose="02020603050405020304" charset="0"/>
                <a:cs typeface="Times New Roman" panose="02020603050405020304" charset="0"/>
              </a:defRPr>
            </a:lvl3pPr>
            <a:lvl4pPr>
              <a:defRPr>
                <a:latin typeface="Times New Roman" panose="02020603050405020304" charset="0"/>
                <a:cs typeface="Times New Roman" panose="02020603050405020304" charset="0"/>
              </a:defRPr>
            </a:lvl4pPr>
            <a:lvl5pPr>
              <a:defRPr>
                <a:latin typeface="Times New Roman" panose="02020603050405020304" charset="0"/>
                <a:cs typeface="Times New Roman" panose="0202060305040502030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a:xfrm>
            <a:off x="629989" y="849724"/>
            <a:ext cx="10972800" cy="826677"/>
          </a:xfrm>
        </p:spPr>
        <p:txBody>
          <a:bodyPr>
            <a:normAutofit/>
          </a:bodyPr>
          <a:lstStyle>
            <a:lvl1pPr>
              <a:defRPr sz="3600" b="1">
                <a:latin typeface="Times New Roman" panose="02020603050405020304" charset="0"/>
                <a:cs typeface="Times New Roman" panose="02020603050405020304" charset="0"/>
              </a:defRPr>
            </a:lvl1p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650F298-000D-4130-A235-163D6147F06D}" type="datetimeFigureOut">
              <a:rPr lang="en-US" smtClean="0"/>
              <a:t>8/15/2024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503534-1983-426D-A2AA-3BEBD9ABC92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en-US"/>
          </a:p>
        </p:txBody>
      </p:sp>
      <p:sp>
        <p:nvSpPr>
          <p:cNvPr id="7" name="TextBox 6"/>
          <p:cNvSpPr txBox="1"/>
          <p:nvPr userDrawn="1"/>
        </p:nvSpPr>
        <p:spPr>
          <a:xfrm>
            <a:off x="10483524" y="6311900"/>
            <a:ext cx="1468387" cy="307777"/>
          </a:xfrm>
          <a:prstGeom prst="rect">
            <a:avLst/>
          </a:prstGeom>
          <a:noFill/>
        </p:spPr>
        <p:txBody>
          <a:bodyPr wrap="square" rtlCol="0">
            <a:spAutoFit/>
          </a:bodyPr>
          <a:lstStyle/>
          <a:p>
            <a:r>
              <a:rPr lang="en-US" sz="1400">
                <a:solidFill>
                  <a:srgbClr val="CF2941"/>
                </a:solidFill>
                <a:latin typeface="Arial" panose="020B0604020202020204" pitchFamily="34" charset="0"/>
                <a:ea typeface="Roboto" panose="02000000000000000000" pitchFamily="2" charset="0"/>
                <a:cs typeface="Arial" panose="020B0604020202020204" pitchFamily="34" charset="0"/>
              </a:rPr>
              <a:t>Trang </a:t>
            </a:r>
            <a:fld id="{CB84F61E-B716-4E8F-90C3-FDBC5E4B385E}" type="slidenum">
              <a:rPr lang="en-US" sz="1400" smtClean="0">
                <a:solidFill>
                  <a:srgbClr val="CF2941"/>
                </a:solidFill>
                <a:latin typeface="Arial" panose="020B0604020202020204" pitchFamily="34" charset="0"/>
                <a:ea typeface="Roboto" panose="02000000000000000000" pitchFamily="2" charset="0"/>
                <a:cs typeface="Arial" panose="020B0604020202020204" pitchFamily="34" charset="0"/>
              </a:rPr>
              <a:t>‹#›</a:t>
            </a:fld>
            <a:endParaRPr lang="en-US" sz="1400">
              <a:solidFill>
                <a:srgbClr val="CF2941"/>
              </a:solidFill>
              <a:latin typeface="Arial" panose="020B0604020202020204" pitchFamily="34" charset="0"/>
              <a:ea typeface="Roboto" panose="02000000000000000000" pitchFamily="2"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593731" y="2286001"/>
            <a:ext cx="8995913" cy="147002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3200">
              <a:latin typeface="Times New Roman" panose="02020603050405020304" charset="0"/>
              <a:cs typeface="Times New Roman" panose="02020603050405020304" charset="0"/>
            </a:endParaRPr>
          </a:p>
        </p:txBody>
      </p:sp>
      <p:sp>
        <p:nvSpPr>
          <p:cNvPr id="7" name="Subtitle 2"/>
          <p:cNvSpPr txBox="1"/>
          <p:nvPr/>
        </p:nvSpPr>
        <p:spPr>
          <a:xfrm>
            <a:off x="2895600" y="5026145"/>
            <a:ext cx="6781800" cy="99671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200" dirty="0">
                <a:solidFill>
                  <a:schemeClr val="bg1"/>
                </a:solidFill>
                <a:latin typeface="Times New Roman" panose="02020603050405020304" charset="0"/>
                <a:cs typeface="Times New Roman" panose="02020603050405020304" charset="0"/>
              </a:rPr>
              <a:t>Lecturer: </a:t>
            </a:r>
            <a:r>
              <a:rPr lang="en-US" sz="2200" dirty="0" err="1">
                <a:solidFill>
                  <a:schemeClr val="bg1"/>
                </a:solidFill>
                <a:latin typeface="Times New Roman" panose="02020603050405020304" charset="0"/>
                <a:cs typeface="Times New Roman" panose="02020603050405020304" charset="0"/>
              </a:rPr>
              <a:t>Trần</a:t>
            </a:r>
            <a:r>
              <a:rPr lang="en-US" sz="2200" dirty="0">
                <a:solidFill>
                  <a:schemeClr val="bg1"/>
                </a:solidFill>
                <a:latin typeface="Times New Roman" panose="02020603050405020304" charset="0"/>
                <a:cs typeface="Times New Roman" panose="02020603050405020304" charset="0"/>
              </a:rPr>
              <a:t> </a:t>
            </a:r>
            <a:r>
              <a:rPr lang="en-US" sz="2200" dirty="0" err="1">
                <a:solidFill>
                  <a:schemeClr val="bg1"/>
                </a:solidFill>
                <a:latin typeface="Times New Roman" panose="02020603050405020304" charset="0"/>
                <a:cs typeface="Times New Roman" panose="02020603050405020304" charset="0"/>
              </a:rPr>
              <a:t>Tiến</a:t>
            </a:r>
            <a:r>
              <a:rPr lang="en-US" sz="2200" dirty="0">
                <a:solidFill>
                  <a:schemeClr val="bg1"/>
                </a:solidFill>
                <a:latin typeface="Times New Roman" panose="02020603050405020304" charset="0"/>
                <a:cs typeface="Times New Roman" panose="02020603050405020304" charset="0"/>
              </a:rPr>
              <a:t> </a:t>
            </a:r>
            <a:r>
              <a:rPr lang="en-US" sz="2200" dirty="0" err="1">
                <a:solidFill>
                  <a:schemeClr val="bg1"/>
                </a:solidFill>
                <a:latin typeface="Times New Roman" panose="02020603050405020304" charset="0"/>
                <a:cs typeface="Times New Roman" panose="02020603050405020304" charset="0"/>
              </a:rPr>
              <a:t>Công</a:t>
            </a:r>
            <a:endParaRPr lang="en-US" sz="2200" dirty="0">
              <a:solidFill>
                <a:schemeClr val="bg1"/>
              </a:solidFill>
              <a:latin typeface="Times New Roman" panose="02020603050405020304" charset="0"/>
              <a:cs typeface="Times New Roman" panose="02020603050405020304" charset="0"/>
            </a:endParaRPr>
          </a:p>
          <a:p>
            <a:pPr marL="0" indent="0" algn="ctr">
              <a:buNone/>
            </a:pPr>
            <a:r>
              <a:rPr lang="en-US" sz="2200" dirty="0">
                <a:solidFill>
                  <a:schemeClr val="bg1"/>
                </a:solidFill>
                <a:latin typeface="Times New Roman" panose="02020603050405020304" charset="0"/>
                <a:cs typeface="Times New Roman" panose="02020603050405020304" charset="0"/>
              </a:rPr>
              <a:t>Email: congtt@ptit.edu.vn</a:t>
            </a:r>
          </a:p>
        </p:txBody>
      </p:sp>
      <p:sp>
        <p:nvSpPr>
          <p:cNvPr id="2" name="Title 1"/>
          <p:cNvSpPr>
            <a:spLocks noGrp="1"/>
          </p:cNvSpPr>
          <p:nvPr>
            <p:ph type="ctrTitle"/>
          </p:nvPr>
        </p:nvSpPr>
        <p:spPr>
          <a:xfrm>
            <a:off x="1413994" y="2078017"/>
            <a:ext cx="10047694" cy="2195219"/>
          </a:xfrm>
        </p:spPr>
        <p:txBody>
          <a:bodyPr>
            <a:normAutofit/>
          </a:bodyPr>
          <a:lstStyle/>
          <a:p>
            <a:pPr algn="ctr"/>
            <a:r>
              <a:rPr lang="en-US" sz="3600" dirty="0">
                <a:latin typeface="Times New Roman" panose="02020603050405020304" charset="0"/>
                <a:cs typeface="Times New Roman" panose="02020603050405020304" charset="0"/>
              </a:rPr>
              <a:t>Introduction to Operating System Course</a:t>
            </a:r>
            <a:endParaRPr lang="en-US" sz="3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F7C06DB-28A4-A3FE-A54A-F2D5F107E2AD}"/>
              </a:ext>
            </a:extLst>
          </p:cNvPr>
          <p:cNvSpPr>
            <a:spLocks noGrp="1"/>
          </p:cNvSpPr>
          <p:nvPr>
            <p:ph type="title"/>
          </p:nvPr>
        </p:nvSpPr>
        <p:spPr/>
        <p:txBody>
          <a:bodyPr/>
          <a:lstStyle/>
          <a:p>
            <a:r>
              <a:rPr lang="en-US" altLang="en-US"/>
              <a:t>Microsoft Windows                         </a:t>
            </a:r>
          </a:p>
        </p:txBody>
      </p:sp>
      <p:sp>
        <p:nvSpPr>
          <p:cNvPr id="41987" name="Content Placeholder 2">
            <a:extLst>
              <a:ext uri="{FF2B5EF4-FFF2-40B4-BE49-F238E27FC236}">
                <a16:creationId xmlns:a16="http://schemas.microsoft.com/office/drawing/2014/main" id="{59F2E4ED-E954-76C5-931E-9BD408153671}"/>
              </a:ext>
            </a:extLst>
          </p:cNvPr>
          <p:cNvSpPr>
            <a:spLocks noGrp="1"/>
          </p:cNvSpPr>
          <p:nvPr>
            <p:ph sz="quarter" idx="10"/>
          </p:nvPr>
        </p:nvSpPr>
        <p:spPr/>
        <p:txBody>
          <a:bodyPr/>
          <a:lstStyle/>
          <a:p>
            <a:r>
              <a:rPr lang="en-GB" altLang="en-US" sz="2571" dirty="0"/>
              <a:t>The graphical Microsoft operating system designed for Intel-platform desktop and notebook computers.</a:t>
            </a:r>
          </a:p>
          <a:p>
            <a:r>
              <a:rPr lang="en-US" altLang="en-US" sz="2571" dirty="0"/>
              <a:t>Best known, greatest selection of applications available.</a:t>
            </a:r>
          </a:p>
          <a:p>
            <a:r>
              <a:rPr lang="en-GB" altLang="en-US" sz="2571" dirty="0"/>
              <a:t>Current editions include Windows 7, 8, 8.1, 10, 11.</a:t>
            </a:r>
          </a:p>
        </p:txBody>
      </p:sp>
      <p:pic>
        <p:nvPicPr>
          <p:cNvPr id="41988" name="Picture 2" descr="http://res1.windows.microsoft.com/resbox/en/6.2/2013-win81ga/ca9e37fd-cdd4-4a52-b518-e27886480614_53.jpg">
            <a:extLst>
              <a:ext uri="{FF2B5EF4-FFF2-40B4-BE49-F238E27FC236}">
                <a16:creationId xmlns:a16="http://schemas.microsoft.com/office/drawing/2014/main" id="{ACC5A8F2-2373-C284-10BD-75BCCBBFA5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1" y="3937000"/>
            <a:ext cx="7311571" cy="280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4">
            <a:extLst>
              <a:ext uri="{FF2B5EF4-FFF2-40B4-BE49-F238E27FC236}">
                <a16:creationId xmlns:a16="http://schemas.microsoft.com/office/drawing/2014/main" id="{3FA769DF-1015-3055-2030-46A764D6E6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99917" y="323548"/>
            <a:ext cx="3471333" cy="94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5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987">
                                            <p:txEl>
                                              <p:pRg st="1" end="1"/>
                                            </p:txEl>
                                          </p:spTgt>
                                        </p:tgtEl>
                                        <p:attrNameLst>
                                          <p:attrName>style.visibility</p:attrName>
                                        </p:attrNameLst>
                                      </p:cBhvr>
                                      <p:to>
                                        <p:strVal val="visible"/>
                                      </p:to>
                                    </p:set>
                                    <p:anim calcmode="lin" valueType="num">
                                      <p:cBhvr additive="base">
                                        <p:cTn id="13"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987">
                                            <p:txEl>
                                              <p:pRg st="2" end="2"/>
                                            </p:txEl>
                                          </p:spTgt>
                                        </p:tgtEl>
                                        <p:attrNameLst>
                                          <p:attrName>style.visibility</p:attrName>
                                        </p:attrNameLst>
                                      </p:cBhvr>
                                      <p:to>
                                        <p:strVal val="visible"/>
                                      </p:to>
                                    </p:set>
                                    <p:anim calcmode="lin" valueType="num">
                                      <p:cBhvr additive="base">
                                        <p:cTn id="19" dur="5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1988"/>
                                        </p:tgtEl>
                                        <p:attrNameLst>
                                          <p:attrName>style.visibility</p:attrName>
                                        </p:attrNameLst>
                                      </p:cBhvr>
                                      <p:to>
                                        <p:strVal val="visible"/>
                                      </p:to>
                                    </p:set>
                                    <p:anim calcmode="lin" valueType="num">
                                      <p:cBhvr additive="base">
                                        <p:cTn id="25" dur="500" fill="hold"/>
                                        <p:tgtEl>
                                          <p:spTgt spid="41988"/>
                                        </p:tgtEl>
                                        <p:attrNameLst>
                                          <p:attrName>ppt_x</p:attrName>
                                        </p:attrNameLst>
                                      </p:cBhvr>
                                      <p:tavLst>
                                        <p:tav tm="0">
                                          <p:val>
                                            <p:strVal val="#ppt_x"/>
                                          </p:val>
                                        </p:tav>
                                        <p:tav tm="100000">
                                          <p:val>
                                            <p:strVal val="#ppt_x"/>
                                          </p:val>
                                        </p:tav>
                                      </p:tavLst>
                                    </p:anim>
                                    <p:anim calcmode="lin" valueType="num">
                                      <p:cBhvr additive="base">
                                        <p:cTn id="26" dur="500" fill="hold"/>
                                        <p:tgtEl>
                                          <p:spTgt spid="419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5B04745-4458-5341-0E0A-66E08110C135}"/>
              </a:ext>
            </a:extLst>
          </p:cNvPr>
          <p:cNvSpPr>
            <a:spLocks noGrp="1"/>
          </p:cNvSpPr>
          <p:nvPr>
            <p:ph type="title"/>
          </p:nvPr>
        </p:nvSpPr>
        <p:spPr/>
        <p:txBody>
          <a:bodyPr/>
          <a:lstStyle/>
          <a:p>
            <a:r>
              <a:rPr lang="en-US" altLang="en-US"/>
              <a:t>Windows Server</a:t>
            </a:r>
          </a:p>
        </p:txBody>
      </p:sp>
      <p:pic>
        <p:nvPicPr>
          <p:cNvPr id="12291" name="Content Placeholder 5">
            <a:extLst>
              <a:ext uri="{FF2B5EF4-FFF2-40B4-BE49-F238E27FC236}">
                <a16:creationId xmlns:a16="http://schemas.microsoft.com/office/drawing/2014/main" id="{496CDCA9-A5C7-9205-A2DC-393B773CD7B1}"/>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2987184" y="1285875"/>
            <a:ext cx="6258906" cy="469265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B2AB-E6F4-76C9-6F3E-7776A5B714C3}"/>
              </a:ext>
            </a:extLst>
          </p:cNvPr>
          <p:cNvSpPr>
            <a:spLocks noGrp="1"/>
          </p:cNvSpPr>
          <p:nvPr>
            <p:ph type="title"/>
          </p:nvPr>
        </p:nvSpPr>
        <p:spPr/>
        <p:txBody>
          <a:bodyPr/>
          <a:lstStyle/>
          <a:p>
            <a:r>
              <a:rPr lang="en-US" dirty="0"/>
              <a:t>Linux</a:t>
            </a:r>
          </a:p>
        </p:txBody>
      </p:sp>
      <p:sp>
        <p:nvSpPr>
          <p:cNvPr id="3" name="Content Placeholder 2">
            <a:extLst>
              <a:ext uri="{FF2B5EF4-FFF2-40B4-BE49-F238E27FC236}">
                <a16:creationId xmlns:a16="http://schemas.microsoft.com/office/drawing/2014/main" id="{B6DAC8D3-9AB6-43A1-403D-A6A7930C95B4}"/>
              </a:ext>
            </a:extLst>
          </p:cNvPr>
          <p:cNvSpPr>
            <a:spLocks noGrp="1"/>
          </p:cNvSpPr>
          <p:nvPr>
            <p:ph sz="quarter" idx="10"/>
          </p:nvPr>
        </p:nvSpPr>
        <p:spPr/>
        <p:txBody>
          <a:bodyPr/>
          <a:lstStyle/>
          <a:p>
            <a:endParaRPr lang="en-US" dirty="0"/>
          </a:p>
        </p:txBody>
      </p:sp>
      <p:pic>
        <p:nvPicPr>
          <p:cNvPr id="7" name="Picture 6">
            <a:extLst>
              <a:ext uri="{FF2B5EF4-FFF2-40B4-BE49-F238E27FC236}">
                <a16:creationId xmlns:a16="http://schemas.microsoft.com/office/drawing/2014/main" id="{6DACD7AC-9EDC-5B62-7334-0B95835C76A8}"/>
              </a:ext>
            </a:extLst>
          </p:cNvPr>
          <p:cNvPicPr>
            <a:picLocks noChangeAspect="1"/>
          </p:cNvPicPr>
          <p:nvPr/>
        </p:nvPicPr>
        <p:blipFill>
          <a:blip r:embed="rId2"/>
          <a:stretch>
            <a:fillRect/>
          </a:stretch>
        </p:blipFill>
        <p:spPr>
          <a:xfrm>
            <a:off x="1717963" y="1285875"/>
            <a:ext cx="8756073" cy="4925291"/>
          </a:xfrm>
          <a:prstGeom prst="rect">
            <a:avLst/>
          </a:prstGeom>
        </p:spPr>
      </p:pic>
    </p:spTree>
    <p:extLst>
      <p:ext uri="{BB962C8B-B14F-4D97-AF65-F5344CB8AC3E}">
        <p14:creationId xmlns:p14="http://schemas.microsoft.com/office/powerpoint/2010/main" val="4266788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9A511CE-155D-81A6-A374-BCCEABE7561F}"/>
              </a:ext>
            </a:extLst>
          </p:cNvPr>
          <p:cNvSpPr>
            <a:spLocks noGrp="1"/>
          </p:cNvSpPr>
          <p:nvPr>
            <p:ph type="title"/>
          </p:nvPr>
        </p:nvSpPr>
        <p:spPr/>
        <p:txBody>
          <a:bodyPr/>
          <a:lstStyle/>
          <a:p>
            <a:r>
              <a:rPr lang="en-US" altLang="en-US"/>
              <a:t>IS Vs IT</a:t>
            </a:r>
          </a:p>
        </p:txBody>
      </p:sp>
      <p:sp>
        <p:nvSpPr>
          <p:cNvPr id="5123" name="Content Placeholder 2">
            <a:extLst>
              <a:ext uri="{FF2B5EF4-FFF2-40B4-BE49-F238E27FC236}">
                <a16:creationId xmlns:a16="http://schemas.microsoft.com/office/drawing/2014/main" id="{9AD25F6D-76FD-3B05-0DFD-0D784C77E4A3}"/>
              </a:ext>
            </a:extLst>
          </p:cNvPr>
          <p:cNvSpPr>
            <a:spLocks noGrp="1"/>
          </p:cNvSpPr>
          <p:nvPr>
            <p:ph sz="quarter" idx="10"/>
          </p:nvPr>
        </p:nvSpPr>
        <p:spPr>
          <a:xfrm>
            <a:off x="879894" y="1285875"/>
            <a:ext cx="6185924" cy="4692650"/>
          </a:xfrm>
        </p:spPr>
        <p:txBody>
          <a:bodyPr>
            <a:normAutofit lnSpcReduction="10000"/>
          </a:bodyPr>
          <a:lstStyle/>
          <a:p>
            <a:pPr marL="976710" lvl="1" indent="-489867" algn="just">
              <a:buFont typeface="Wingdings" panose="05000000000000000000" pitchFamily="2" charset="2"/>
              <a:buChar char="Ø"/>
              <a:defRPr/>
            </a:pPr>
            <a:r>
              <a:rPr lang="en-US" altLang="en-US" sz="2286" dirty="0"/>
              <a:t>An information System (IS) is an arrangement of people, data, processes, Communications, and Information Technology that interact to support and improve day to day operation of an organization as well as support the problem-solving and decision making needs of management &amp; Users.</a:t>
            </a:r>
          </a:p>
          <a:p>
            <a:pPr marL="976710" lvl="1" indent="-489867" algn="just">
              <a:buFont typeface="Wingdings" panose="05000000000000000000" pitchFamily="2" charset="2"/>
              <a:buChar char="Ø"/>
              <a:defRPr/>
            </a:pPr>
            <a:r>
              <a:rPr lang="en-US" altLang="en-US" sz="2286" dirty="0"/>
              <a:t>Information technology (IT) is a contemporary term that describe  the combination of Computer Technology (hardware &amp; Software) with telecommunication technology (data, Image and voice network)</a:t>
            </a:r>
          </a:p>
          <a:p>
            <a:pPr marL="976710" lvl="1" indent="-489867">
              <a:buFont typeface="Wingdings" panose="05000000000000000000" pitchFamily="2" charset="2"/>
              <a:buChar char="Ø"/>
              <a:defRPr/>
            </a:pPr>
            <a:endParaRPr lang="en-US" altLang="en-US" dirty="0"/>
          </a:p>
        </p:txBody>
      </p:sp>
      <p:pic>
        <p:nvPicPr>
          <p:cNvPr id="8196" name="Picture 1">
            <a:extLst>
              <a:ext uri="{FF2B5EF4-FFF2-40B4-BE49-F238E27FC236}">
                <a16:creationId xmlns:a16="http://schemas.microsoft.com/office/drawing/2014/main" id="{793A022B-B90E-FA80-D2C2-CF2023A8D7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5430" y="1635730"/>
            <a:ext cx="4026203" cy="399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EE4CC-127B-A879-E3F6-72827888C403}"/>
              </a:ext>
            </a:extLst>
          </p:cNvPr>
          <p:cNvSpPr>
            <a:spLocks noGrp="1"/>
          </p:cNvSpPr>
          <p:nvPr>
            <p:ph type="title"/>
          </p:nvPr>
        </p:nvSpPr>
        <p:spPr/>
        <p:txBody>
          <a:bodyPr/>
          <a:lstStyle/>
          <a:p>
            <a:r>
              <a:rPr lang="en-US" dirty="0"/>
              <a:t>Components of computer systems</a:t>
            </a:r>
          </a:p>
        </p:txBody>
      </p:sp>
      <p:pic>
        <p:nvPicPr>
          <p:cNvPr id="5" name="Content Placeholder 4">
            <a:extLst>
              <a:ext uri="{FF2B5EF4-FFF2-40B4-BE49-F238E27FC236}">
                <a16:creationId xmlns:a16="http://schemas.microsoft.com/office/drawing/2014/main" id="{D75109EF-09C5-FAB6-5473-FCC5D427D1E8}"/>
              </a:ext>
            </a:extLst>
          </p:cNvPr>
          <p:cNvPicPr>
            <a:picLocks noGrp="1" noChangeAspect="1"/>
          </p:cNvPicPr>
          <p:nvPr>
            <p:ph sz="quarter" idx="10"/>
          </p:nvPr>
        </p:nvPicPr>
        <p:blipFill>
          <a:blip r:embed="rId2"/>
          <a:stretch>
            <a:fillRect/>
          </a:stretch>
        </p:blipFill>
        <p:spPr>
          <a:xfrm>
            <a:off x="2326420" y="1285875"/>
            <a:ext cx="7580434" cy="4692650"/>
          </a:xfrm>
        </p:spPr>
      </p:pic>
    </p:spTree>
    <p:extLst>
      <p:ext uri="{BB962C8B-B14F-4D97-AF65-F5344CB8AC3E}">
        <p14:creationId xmlns:p14="http://schemas.microsoft.com/office/powerpoint/2010/main" val="3112808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49F79F1-1443-6F68-2DB5-9E7BC2629705}"/>
              </a:ext>
            </a:extLst>
          </p:cNvPr>
          <p:cNvSpPr>
            <a:spLocks noGrp="1" noChangeArrowheads="1"/>
          </p:cNvSpPr>
          <p:nvPr>
            <p:ph type="title"/>
          </p:nvPr>
        </p:nvSpPr>
        <p:spPr/>
        <p:txBody>
          <a:bodyPr>
            <a:normAutofit/>
          </a:bodyPr>
          <a:lstStyle/>
          <a:p>
            <a:pPr eaLnBrk="1" hangingPunct="1"/>
            <a:r>
              <a:rPr lang="en-US" altLang="en-US" sz="3810"/>
              <a:t>What is an Operating System?</a:t>
            </a:r>
          </a:p>
        </p:txBody>
      </p:sp>
      <p:sp>
        <p:nvSpPr>
          <p:cNvPr id="6147" name="Rectangle 3">
            <a:extLst>
              <a:ext uri="{FF2B5EF4-FFF2-40B4-BE49-F238E27FC236}">
                <a16:creationId xmlns:a16="http://schemas.microsoft.com/office/drawing/2014/main" id="{315A4643-7125-E925-0A95-B959C9741116}"/>
              </a:ext>
            </a:extLst>
          </p:cNvPr>
          <p:cNvSpPr>
            <a:spLocks noGrp="1" noChangeArrowheads="1"/>
          </p:cNvSpPr>
          <p:nvPr>
            <p:ph sz="quarter" idx="10"/>
          </p:nvPr>
        </p:nvSpPr>
        <p:spPr/>
        <p:txBody>
          <a:bodyPr/>
          <a:lstStyle/>
          <a:p>
            <a:pPr algn="just" eaLnBrk="1" hangingPunct="1">
              <a:defRPr/>
            </a:pPr>
            <a:r>
              <a:rPr lang="en-US" altLang="en-US" sz="2667" dirty="0"/>
              <a:t>Computer System = Hardware + Software</a:t>
            </a:r>
          </a:p>
          <a:p>
            <a:pPr algn="just" eaLnBrk="1" hangingPunct="1">
              <a:defRPr/>
            </a:pPr>
            <a:r>
              <a:rPr lang="en-US" altLang="en-US" sz="2667" dirty="0"/>
              <a:t>Software = Application Software + System Software(OS)</a:t>
            </a:r>
          </a:p>
          <a:p>
            <a:pPr algn="just" eaLnBrk="1" hangingPunct="1">
              <a:defRPr/>
            </a:pPr>
            <a:r>
              <a:rPr lang="en-US" altLang="en-US" sz="2667" dirty="0"/>
              <a:t>An Operating System is a system Software that acts as an intermediary/interface between a </a:t>
            </a:r>
            <a:r>
              <a:rPr lang="en-US" altLang="en-US" sz="2667" dirty="0">
                <a:solidFill>
                  <a:srgbClr val="00B0F0"/>
                </a:solidFill>
              </a:rPr>
              <a:t>user</a:t>
            </a:r>
            <a:r>
              <a:rPr lang="en-US" altLang="en-US" sz="2667" dirty="0"/>
              <a:t> of a computer and the </a:t>
            </a:r>
            <a:r>
              <a:rPr lang="en-US" altLang="en-US" sz="2667" dirty="0">
                <a:solidFill>
                  <a:srgbClr val="00B0F0"/>
                </a:solidFill>
              </a:rPr>
              <a:t>computer hardware</a:t>
            </a:r>
            <a:r>
              <a:rPr lang="en-US" altLang="en-US" sz="2667" dirty="0"/>
              <a:t>.</a:t>
            </a:r>
          </a:p>
          <a:p>
            <a:pPr algn="just" eaLnBrk="1" hangingPunct="1">
              <a:defRPr/>
            </a:pPr>
            <a:r>
              <a:rPr lang="en-IN" sz="2667" dirty="0"/>
              <a:t>Operating system goals:</a:t>
            </a:r>
          </a:p>
          <a:p>
            <a:pPr marL="976710" lvl="1" indent="-489867" algn="just">
              <a:buFont typeface="Wingdings" pitchFamily="2" charset="2"/>
              <a:buChar char="Ø"/>
              <a:defRPr/>
            </a:pPr>
            <a:r>
              <a:rPr lang="en-IN" sz="2667" dirty="0"/>
              <a:t>Execute user programs and make solving user problems easier</a:t>
            </a:r>
          </a:p>
          <a:p>
            <a:pPr marL="976710" lvl="1" indent="-489867" algn="just">
              <a:buFont typeface="Wingdings" pitchFamily="2" charset="2"/>
              <a:buChar char="Ø"/>
              <a:defRPr/>
            </a:pPr>
            <a:r>
              <a:rPr lang="en-IN" sz="2667" dirty="0"/>
              <a:t>Make the computer system convenient to use</a:t>
            </a:r>
          </a:p>
          <a:p>
            <a:pPr marL="976710" lvl="1" indent="-489867" algn="just">
              <a:buFont typeface="Wingdings" pitchFamily="2" charset="2"/>
              <a:buChar char="Ø"/>
              <a:defRPr/>
            </a:pPr>
            <a:r>
              <a:rPr lang="en-IN" sz="2667" dirty="0"/>
              <a:t>Use the computer hardware in an efficient manner</a:t>
            </a:r>
            <a:endParaRPr lang="en-US" altLang="en-US" sz="2667" dirty="0"/>
          </a:p>
          <a:p>
            <a:pPr eaLnBrk="1" hangingPunct="1">
              <a:buFontTx/>
              <a:buNone/>
              <a:defRPr/>
            </a:pPr>
            <a:endParaRPr lang="en-US"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147">
                                            <p:txEl>
                                              <p:pRg st="4" end="4"/>
                                            </p:txEl>
                                          </p:spTgt>
                                        </p:tgtEl>
                                        <p:attrNameLst>
                                          <p:attrName>style.visibility</p:attrName>
                                        </p:attrNameLst>
                                      </p:cBhvr>
                                      <p:to>
                                        <p:strVal val="visible"/>
                                      </p:to>
                                    </p:set>
                                    <p:anim calcmode="lin" valueType="num">
                                      <p:cBhvr additive="base">
                                        <p:cTn id="29"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14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147">
                                            <p:txEl>
                                              <p:pRg st="5" end="5"/>
                                            </p:txEl>
                                          </p:spTgt>
                                        </p:tgtEl>
                                        <p:attrNameLst>
                                          <p:attrName>style.visibility</p:attrName>
                                        </p:attrNameLst>
                                      </p:cBhvr>
                                      <p:to>
                                        <p:strVal val="visible"/>
                                      </p:to>
                                    </p:set>
                                    <p:anim calcmode="lin" valueType="num">
                                      <p:cBhvr additive="base">
                                        <p:cTn id="33" dur="500" fill="hold"/>
                                        <p:tgtEl>
                                          <p:spTgt spid="614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14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 calcmode="lin" valueType="num">
                                      <p:cBhvr additive="base">
                                        <p:cTn id="37" dur="500" fill="hold"/>
                                        <p:tgtEl>
                                          <p:spTgt spid="614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1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50D47-CC1C-6EB7-DA11-2ED54A8F78E2}"/>
              </a:ext>
            </a:extLst>
          </p:cNvPr>
          <p:cNvSpPr>
            <a:spLocks noGrp="1"/>
          </p:cNvSpPr>
          <p:nvPr>
            <p:ph type="title"/>
          </p:nvPr>
        </p:nvSpPr>
        <p:spPr/>
        <p:txBody>
          <a:bodyPr/>
          <a:lstStyle/>
          <a:p>
            <a:r>
              <a:rPr lang="en-US" dirty="0"/>
              <a:t>Why learning about OS?</a:t>
            </a:r>
          </a:p>
        </p:txBody>
      </p:sp>
      <p:sp>
        <p:nvSpPr>
          <p:cNvPr id="3" name="Content Placeholder 2">
            <a:extLst>
              <a:ext uri="{FF2B5EF4-FFF2-40B4-BE49-F238E27FC236}">
                <a16:creationId xmlns:a16="http://schemas.microsoft.com/office/drawing/2014/main" id="{191E43DA-296E-300C-5EC7-C2E7AA21474E}"/>
              </a:ext>
            </a:extLst>
          </p:cNvPr>
          <p:cNvSpPr>
            <a:spLocks noGrp="1"/>
          </p:cNvSpPr>
          <p:nvPr>
            <p:ph sz="quarter" idx="10"/>
          </p:nvPr>
        </p:nvSpPr>
        <p:spPr/>
        <p:txBody>
          <a:bodyPr>
            <a:normAutofit/>
          </a:bodyPr>
          <a:lstStyle/>
          <a:p>
            <a:pPr marL="342900" indent="-342900">
              <a:buFont typeface="Arial" panose="020B0604020202020204" pitchFamily="34" charset="0"/>
              <a:buChar char="•"/>
            </a:pPr>
            <a:r>
              <a:rPr lang="en-US" dirty="0"/>
              <a:t>Understanding how an OS manages hardware, software, and resources is crucial for anyone in IT, as it forms the basis of how computers function.</a:t>
            </a:r>
          </a:p>
          <a:p>
            <a:pPr marL="342900" indent="-342900">
              <a:buFont typeface="Arial" panose="020B0604020202020204" pitchFamily="34" charset="0"/>
              <a:buChar char="•"/>
            </a:pPr>
            <a:r>
              <a:rPr lang="en-US" dirty="0"/>
              <a:t>Knowledge of operating systems helps students understand how software interacts with hardware, including memory management, process scheduling, and file systems.</a:t>
            </a:r>
          </a:p>
          <a:p>
            <a:pPr marL="1028700" lvl="1" indent="-342900"/>
            <a:r>
              <a:rPr lang="en-US" sz="1800" dirty="0"/>
              <a:t>IT students often need to write programs that efficiently manage multiple tasks. Understanding concepts like processes, threads, and concurrency is essential, and these are deeply rooted in OS principles.</a:t>
            </a:r>
          </a:p>
          <a:p>
            <a:pPr marL="1028700" lvl="1" indent="-342900"/>
            <a:r>
              <a:rPr lang="en-US" sz="1800" dirty="0"/>
              <a:t>Knowing how an OS allocates resources like CPU time, memory, and I/O devices helps students write optimized and efficient code.</a:t>
            </a:r>
          </a:p>
          <a:p>
            <a:pPr marL="342900" indent="-342900">
              <a:buFont typeface="Arial" panose="020B0604020202020204" pitchFamily="34" charset="0"/>
              <a:buChar char="•"/>
            </a:pPr>
            <a:r>
              <a:rPr lang="en-US" dirty="0"/>
              <a:t>Knowledge of different operating systems (e.g., Windows, Linux, macOS) is vital for developing software that works across platforms.</a:t>
            </a:r>
          </a:p>
        </p:txBody>
      </p:sp>
    </p:spTree>
    <p:extLst>
      <p:ext uri="{BB962C8B-B14F-4D97-AF65-F5344CB8AC3E}">
        <p14:creationId xmlns:p14="http://schemas.microsoft.com/office/powerpoint/2010/main" val="34617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FA8B-1EFF-4022-F172-843E939F7693}"/>
              </a:ext>
            </a:extLst>
          </p:cNvPr>
          <p:cNvSpPr>
            <a:spLocks noGrp="1"/>
          </p:cNvSpPr>
          <p:nvPr>
            <p:ph type="title"/>
          </p:nvPr>
        </p:nvSpPr>
        <p:spPr/>
        <p:txBody>
          <a:bodyPr/>
          <a:lstStyle/>
          <a:p>
            <a:r>
              <a:rPr lang="en-US" dirty="0"/>
              <a:t>What do we learn?</a:t>
            </a:r>
          </a:p>
        </p:txBody>
      </p:sp>
      <p:sp>
        <p:nvSpPr>
          <p:cNvPr id="3" name="Content Placeholder 2">
            <a:extLst>
              <a:ext uri="{FF2B5EF4-FFF2-40B4-BE49-F238E27FC236}">
                <a16:creationId xmlns:a16="http://schemas.microsoft.com/office/drawing/2014/main" id="{6A7DE458-7F12-3742-0985-B51D6254B89B}"/>
              </a:ext>
            </a:extLst>
          </p:cNvPr>
          <p:cNvSpPr>
            <a:spLocks noGrp="1"/>
          </p:cNvSpPr>
          <p:nvPr>
            <p:ph sz="quarter" idx="10"/>
          </p:nvPr>
        </p:nvSpPr>
        <p:spPr/>
        <p:txBody>
          <a:bodyPr/>
          <a:lstStyle/>
          <a:p>
            <a:r>
              <a:rPr lang="en-US" dirty="0"/>
              <a:t>Chapter 1: Introduction to operating systems </a:t>
            </a:r>
          </a:p>
          <a:p>
            <a:r>
              <a:rPr lang="en-US" dirty="0"/>
              <a:t>Chapter 2: File systems </a:t>
            </a:r>
          </a:p>
          <a:p>
            <a:r>
              <a:rPr lang="en-US" dirty="0"/>
              <a:t>Chapter 3: Process management </a:t>
            </a:r>
          </a:p>
          <a:p>
            <a:r>
              <a:rPr lang="en-US" dirty="0"/>
              <a:t>Chapter 4: Memory management</a:t>
            </a:r>
          </a:p>
        </p:txBody>
      </p:sp>
    </p:spTree>
    <p:extLst>
      <p:ext uri="{BB962C8B-B14F-4D97-AF65-F5344CB8AC3E}">
        <p14:creationId xmlns:p14="http://schemas.microsoft.com/office/powerpoint/2010/main" val="852853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C9192-3B8D-DCDC-51C7-49043EE182A3}"/>
              </a:ext>
            </a:extLst>
          </p:cNvPr>
          <p:cNvSpPr>
            <a:spLocks noGrp="1"/>
          </p:cNvSpPr>
          <p:nvPr>
            <p:ph type="title"/>
          </p:nvPr>
        </p:nvSpPr>
        <p:spPr/>
        <p:txBody>
          <a:bodyPr/>
          <a:lstStyle/>
          <a:p>
            <a:r>
              <a:rPr lang="en-US" dirty="0"/>
              <a:t>How do we learn?</a:t>
            </a:r>
          </a:p>
        </p:txBody>
      </p:sp>
      <p:sp>
        <p:nvSpPr>
          <p:cNvPr id="3" name="Content Placeholder 2">
            <a:extLst>
              <a:ext uri="{FF2B5EF4-FFF2-40B4-BE49-F238E27FC236}">
                <a16:creationId xmlns:a16="http://schemas.microsoft.com/office/drawing/2014/main" id="{B4936973-0595-7859-ACF0-AC6089D29626}"/>
              </a:ext>
            </a:extLst>
          </p:cNvPr>
          <p:cNvSpPr>
            <a:spLocks noGrp="1"/>
          </p:cNvSpPr>
          <p:nvPr>
            <p:ph sz="quarter" idx="10"/>
          </p:nvPr>
        </p:nvSpPr>
        <p:spPr/>
        <p:txBody>
          <a:bodyPr/>
          <a:lstStyle/>
          <a:p>
            <a:r>
              <a:rPr lang="en-US" dirty="0"/>
              <a:t>Join google classroom: </a:t>
            </a:r>
          </a:p>
          <a:p>
            <a:endParaRPr lang="en-US" b="0" i="0" dirty="0">
              <a:solidFill>
                <a:srgbClr val="1A73E8"/>
              </a:solidFill>
              <a:effectLst/>
              <a:highlight>
                <a:srgbClr val="FFFFFF"/>
              </a:highlight>
              <a:latin typeface="Google Sans"/>
            </a:endParaRPr>
          </a:p>
          <a:p>
            <a:endParaRPr lang="en-US" dirty="0">
              <a:solidFill>
                <a:srgbClr val="1A73E8"/>
              </a:solidFill>
              <a:highlight>
                <a:srgbClr val="FFFFFF"/>
              </a:highlight>
              <a:latin typeface="Google Sans"/>
            </a:endParaRPr>
          </a:p>
          <a:p>
            <a:pPr algn="ctr"/>
            <a:r>
              <a:rPr lang="en-US" sz="5400" b="0" i="0" dirty="0">
                <a:solidFill>
                  <a:srgbClr val="1A73E8"/>
                </a:solidFill>
                <a:effectLst/>
                <a:highlight>
                  <a:srgbClr val="FFFFFF"/>
                </a:highlight>
                <a:latin typeface="Google Sans"/>
              </a:rPr>
              <a:t>tthq4kr</a:t>
            </a:r>
            <a:endParaRPr lang="en-US" dirty="0"/>
          </a:p>
        </p:txBody>
      </p:sp>
    </p:spTree>
    <p:extLst>
      <p:ext uri="{BB962C8B-B14F-4D97-AF65-F5344CB8AC3E}">
        <p14:creationId xmlns:p14="http://schemas.microsoft.com/office/powerpoint/2010/main" val="4057236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018C5-2FC2-418D-708E-B64E88C711D8}"/>
              </a:ext>
            </a:extLst>
          </p:cNvPr>
          <p:cNvSpPr>
            <a:spLocks noGrp="1"/>
          </p:cNvSpPr>
          <p:nvPr>
            <p:ph type="title"/>
          </p:nvPr>
        </p:nvSpPr>
        <p:spPr/>
        <p:txBody>
          <a:bodyPr/>
          <a:lstStyle/>
          <a:p>
            <a:r>
              <a:rPr lang="en-US" dirty="0"/>
              <a:t>How do we pass?</a:t>
            </a:r>
          </a:p>
        </p:txBody>
      </p:sp>
      <p:sp>
        <p:nvSpPr>
          <p:cNvPr id="3" name="Content Placeholder 2">
            <a:extLst>
              <a:ext uri="{FF2B5EF4-FFF2-40B4-BE49-F238E27FC236}">
                <a16:creationId xmlns:a16="http://schemas.microsoft.com/office/drawing/2014/main" id="{30AA508F-363E-BFB0-F653-655F75F28171}"/>
              </a:ext>
            </a:extLst>
          </p:cNvPr>
          <p:cNvSpPr>
            <a:spLocks noGrp="1"/>
          </p:cNvSpPr>
          <p:nvPr>
            <p:ph sz="quarter" idx="10"/>
          </p:nvPr>
        </p:nvSpPr>
        <p:spPr/>
        <p:txBody>
          <a:bodyPr/>
          <a:lstStyle/>
          <a:p>
            <a:r>
              <a:rPr lang="en-US" dirty="0"/>
              <a:t>Attendance: 10%</a:t>
            </a:r>
          </a:p>
          <a:p>
            <a:r>
              <a:rPr lang="en-US" dirty="0"/>
              <a:t>Practice test: 10%</a:t>
            </a:r>
          </a:p>
          <a:p>
            <a:r>
              <a:rPr lang="en-US" dirty="0"/>
              <a:t>Multiple choice test at the end of each chapter: 10%</a:t>
            </a:r>
          </a:p>
          <a:p>
            <a:r>
              <a:rPr lang="en-US" dirty="0"/>
              <a:t>Final exam: 70% - very likely to </a:t>
            </a:r>
            <a:r>
              <a:rPr lang="en-US"/>
              <a:t>be Multiple choice test </a:t>
            </a:r>
            <a:endParaRPr lang="en-US" dirty="0"/>
          </a:p>
          <a:p>
            <a:endParaRPr lang="en-US" dirty="0"/>
          </a:p>
        </p:txBody>
      </p:sp>
    </p:spTree>
    <p:extLst>
      <p:ext uri="{BB962C8B-B14F-4D97-AF65-F5344CB8AC3E}">
        <p14:creationId xmlns:p14="http://schemas.microsoft.com/office/powerpoint/2010/main" val="303395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13D5-6425-F14E-5CC3-EE261DCAB130}"/>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1B68004D-70A4-070E-F64A-FC8CDBEA16D3}"/>
              </a:ext>
            </a:extLst>
          </p:cNvPr>
          <p:cNvSpPr>
            <a:spLocks noGrp="1"/>
          </p:cNvSpPr>
          <p:nvPr>
            <p:ph sz="quarter" idx="10"/>
          </p:nvPr>
        </p:nvSpPr>
        <p:spPr/>
        <p:txBody>
          <a:bodyPr/>
          <a:lstStyle/>
          <a:p>
            <a:endParaRPr lang="en-US" dirty="0"/>
          </a:p>
        </p:txBody>
      </p:sp>
    </p:spTree>
    <p:extLst>
      <p:ext uri="{BB962C8B-B14F-4D97-AF65-F5344CB8AC3E}">
        <p14:creationId xmlns:p14="http://schemas.microsoft.com/office/powerpoint/2010/main" val="21699109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WI" val="3"/>
  <p:tag name="NBP" val="1"/>
  <p:tag name="BSN" val="3"/>
  <p:tag name="SVT" val="TRUE"/>
  <p:tag name="CVB" val="3"/>
  <p:tag name="SPT" val="FALSE"/>
  <p:tag name="CII"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445</Words>
  <Application>Microsoft Office PowerPoint</Application>
  <PresentationFormat>Widescreen</PresentationFormat>
  <Paragraphs>45</Paragraphs>
  <Slides>12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Consolas</vt:lpstr>
      <vt:lpstr>Georgia</vt:lpstr>
      <vt:lpstr>Google Sans</vt:lpstr>
      <vt:lpstr>Tahoma</vt:lpstr>
      <vt:lpstr>Times New Roman</vt:lpstr>
      <vt:lpstr>Verdana</vt:lpstr>
      <vt:lpstr>Wingdings</vt:lpstr>
      <vt:lpstr>Office Theme</vt:lpstr>
      <vt:lpstr>Introduction to Operating System Course</vt:lpstr>
      <vt:lpstr>Microsoft Windows                         </vt:lpstr>
      <vt:lpstr>Windows Server</vt:lpstr>
      <vt:lpstr>Linux</vt:lpstr>
      <vt:lpstr>IS Vs IT</vt:lpstr>
      <vt:lpstr>Components of computer systems</vt:lpstr>
      <vt:lpstr>What is an Operating System?</vt:lpstr>
      <vt:lpstr>Why learning about OS?</vt:lpstr>
      <vt:lpstr>What do we learn?</vt:lpstr>
      <vt:lpstr>How do we learn?</vt:lpstr>
      <vt:lpstr>How do we pass?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Park</dc:creator>
  <cp:lastModifiedBy>Tran Tien Cong</cp:lastModifiedBy>
  <cp:revision>13</cp:revision>
  <dcterms:created xsi:type="dcterms:W3CDTF">2021-07-02T03:27:00Z</dcterms:created>
  <dcterms:modified xsi:type="dcterms:W3CDTF">2024-08-15T02:29:16Z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8F41D8C28DDD40788F5A0922873C1915</vt:lpwstr>
  </property>
  <property fmtid="{D5CDD505-2E9C-101B-9397-08002B2CF9AE}" pid="3" name="KSOProductBuildVer">
    <vt:lpwstr>1033-12.2.0.16909</vt:lpwstr>
  </property>
</Properties>
</file>