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4"/>
  </p:notesMasterIdLst>
  <p:sldIdLst>
    <p:sldId id="256" r:id="rId2"/>
    <p:sldId id="265" r:id="rId3"/>
    <p:sldId id="271" r:id="rId4"/>
    <p:sldId id="259" r:id="rId5"/>
    <p:sldId id="284" r:id="rId6"/>
    <p:sldId id="286" r:id="rId7"/>
    <p:sldId id="287" r:id="rId8"/>
    <p:sldId id="288" r:id="rId9"/>
    <p:sldId id="289" r:id="rId10"/>
    <p:sldId id="290" r:id="rId11"/>
    <p:sldId id="291" r:id="rId12"/>
    <p:sldId id="292" r:id="rId13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5"/>
      <p:bold r:id="rId16"/>
      <p:italic r:id="rId17"/>
      <p:bold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D87D49-5E54-4FE9-BC92-F0DA75826B4A}">
  <a:tblStyle styleId="{6AD87D49-5E54-4FE9-BC92-F0DA75826B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24ed99bf1a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4ed99bf1a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24e6b4d5c31_0_1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24e6b4d5c31_0_1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6E5E7861-E13F-48AF-B579-9A99EBE4B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5D07A074-8C8A-887F-F2A1-A3F802489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0374E687-A2D2-27B1-4B74-9D7E1F5128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153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4DCDB263-D864-FAC9-EE26-897FEC66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A2EDDF10-ACAE-5ACE-9792-E4235AB95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27E7B059-0F6F-526A-BC43-673C57538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670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B7E60C10-68F5-EC8D-F15C-6DF8F73C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8E8E4E7D-0733-FC25-576C-EA66723CC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45A85223-5B41-FA70-818F-4909230D2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078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ADE0A763-B5B1-1E68-5C01-B7ED476F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50FDAA51-D4D5-9429-A933-44AC5AB94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512A996D-6367-0598-5626-FA7FD341A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6420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DE855964-B486-0987-ADA7-18E4991C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28360BA2-93AD-0332-E091-4D4E85C6B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2910B543-C03E-25BF-112F-F33C8D4AD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091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A7967BB1-FA07-2655-EF93-4CB75198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68C4EEFB-FC25-E6EB-A69C-99DB0F1E2B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8B6B27AB-C834-CD08-F1FB-6B43164F1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1179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>
          <a:extLst>
            <a:ext uri="{FF2B5EF4-FFF2-40B4-BE49-F238E27FC236}">
              <a16:creationId xmlns:a16="http://schemas.microsoft.com/office/drawing/2014/main" id="{58809255-BAC3-A685-A398-756E8BA4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>
            <a:extLst>
              <a:ext uri="{FF2B5EF4-FFF2-40B4-BE49-F238E27FC236}">
                <a16:creationId xmlns:a16="http://schemas.microsoft.com/office/drawing/2014/main" id="{9BC54946-F451-3732-0E0B-D7D019C669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>
            <a:extLst>
              <a:ext uri="{FF2B5EF4-FFF2-40B4-BE49-F238E27FC236}">
                <a16:creationId xmlns:a16="http://schemas.microsoft.com/office/drawing/2014/main" id="{991CE278-0009-EDA2-2857-10B19922A1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854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8210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1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79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6700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566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76" r:id="rId3"/>
    <p:sldLayoutId id="2147483677" r:id="rId4"/>
    <p:sldLayoutId id="2147483681" r:id="rId5"/>
    <p:sldLayoutId id="2147483682" r:id="rId6"/>
    <p:sldLayoutId id="2147483683" r:id="rId7"/>
    <p:sldLayoutId id="2147483684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Cài đặt localhost bằng</a:t>
            </a:r>
            <a:r>
              <a:rPr lang="en" dirty="0"/>
              <a:t> </a:t>
            </a:r>
            <a:r>
              <a:rPr lang="en" dirty="0">
                <a:solidFill>
                  <a:schemeClr val="dk1"/>
                </a:solidFill>
              </a:rPr>
              <a:t>XAMPP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1433" name="Google Shape;1433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Localhost là gì?</a:t>
            </a:r>
            <a:endParaRPr dirty="0"/>
          </a:p>
        </p:txBody>
      </p:sp>
      <p:sp>
        <p:nvSpPr>
          <p:cNvPr id="1749" name="Google Shape;1749;p44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Localhost</a:t>
            </a:r>
            <a:endParaRPr dirty="0"/>
          </a:p>
        </p:txBody>
      </p:sp>
      <p:sp>
        <p:nvSpPr>
          <p:cNvPr id="1750" name="Google Shape;1750;p44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Local</a:t>
            </a:r>
            <a:endParaRPr dirty="0"/>
          </a:p>
        </p:txBody>
      </p:sp>
      <p:sp>
        <p:nvSpPr>
          <p:cNvPr id="1751" name="Google Shape;1751;p44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Host</a:t>
            </a:r>
            <a:endParaRPr dirty="0"/>
          </a:p>
        </p:txBody>
      </p:sp>
      <p:pic>
        <p:nvPicPr>
          <p:cNvPr id="1753" name="Google Shape;1753;p44"/>
          <p:cNvPicPr preferRelativeResize="0">
            <a:picLocks noGrp="1"/>
          </p:cNvPicPr>
          <p:nvPr>
            <p:ph type="pic" idx="7"/>
          </p:nvPr>
        </p:nvPicPr>
        <p:blipFill>
          <a:blip r:embed="rId3"/>
          <a:srcRect l="16439" r="16439"/>
          <a:stretch/>
        </p:blipFill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</p:spPr>
      </p:pic>
      <p:pic>
        <p:nvPicPr>
          <p:cNvPr id="1754" name="Google Shape;1754;p44"/>
          <p:cNvPicPr preferRelativeResize="0">
            <a:picLocks noGrp="1"/>
          </p:cNvPicPr>
          <p:nvPr>
            <p:ph type="pic" idx="8"/>
          </p:nvPr>
        </p:nvPicPr>
        <p:blipFill>
          <a:blip r:embed="rId4"/>
          <a:srcRect l="22600" r="22600"/>
          <a:stretch/>
        </p:blipFill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</p:spPr>
      </p:pic>
      <p:pic>
        <p:nvPicPr>
          <p:cNvPr id="1755" name="Google Shape;1755;p44"/>
          <p:cNvPicPr preferRelativeResize="0">
            <a:picLocks noGrp="1"/>
          </p:cNvPicPr>
          <p:nvPr>
            <p:ph type="pic" idx="9"/>
          </p:nvPr>
        </p:nvPicPr>
        <p:blipFill rotWithShape="1">
          <a:blip r:embed="rId5">
            <a:alphaModFix/>
          </a:blip>
          <a:srcRect l="10888" r="10888"/>
          <a:stretch/>
        </p:blipFill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</p:spPr>
      </p:pic>
      <p:sp>
        <p:nvSpPr>
          <p:cNvPr id="8" name="Google Shape;1750;p44">
            <a:extLst>
              <a:ext uri="{FF2B5EF4-FFF2-40B4-BE49-F238E27FC236}">
                <a16:creationId xmlns:a16="http://schemas.microsoft.com/office/drawing/2014/main" id="{D9611262-06B7-30C9-5A9A-E7B5F6754CAF}"/>
              </a:ext>
            </a:extLst>
          </p:cNvPr>
          <p:cNvSpPr txBox="1">
            <a:spLocks/>
          </p:cNvSpPr>
          <p:nvPr/>
        </p:nvSpPr>
        <p:spPr>
          <a:xfrm>
            <a:off x="2152238" y="1904900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dirty="0"/>
              <a:t>+</a:t>
            </a:r>
          </a:p>
        </p:txBody>
      </p:sp>
      <p:sp>
        <p:nvSpPr>
          <p:cNvPr id="9" name="Google Shape;1750;p44">
            <a:extLst>
              <a:ext uri="{FF2B5EF4-FFF2-40B4-BE49-F238E27FC236}">
                <a16:creationId xmlns:a16="http://schemas.microsoft.com/office/drawing/2014/main" id="{58227B03-968F-7419-2347-4639A98DFE26}"/>
              </a:ext>
            </a:extLst>
          </p:cNvPr>
          <p:cNvSpPr txBox="1">
            <a:spLocks/>
          </p:cNvSpPr>
          <p:nvPr/>
        </p:nvSpPr>
        <p:spPr>
          <a:xfrm>
            <a:off x="5016713" y="1866800"/>
            <a:ext cx="19818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0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BM Plex Mono"/>
              <a:buNone/>
              <a:defRPr sz="2400" b="1" i="0" u="none" strike="noStrike" cap="none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indent="0" algn="ctr"/>
            <a:r>
              <a:rPr lang="en-US" dirty="0"/>
              <a:t>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6" name="Google Shape;2026;p50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12370" r="1237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027" name="Google Shape;2027;p50"/>
          <p:cNvGrpSpPr/>
          <p:nvPr/>
        </p:nvGrpSpPr>
        <p:grpSpPr>
          <a:xfrm>
            <a:off x="6807363" y="2912500"/>
            <a:ext cx="3920501" cy="3531600"/>
            <a:chOff x="6807363" y="2912500"/>
            <a:chExt cx="3920501" cy="3531600"/>
          </a:xfrm>
        </p:grpSpPr>
        <p:pic>
          <p:nvPicPr>
            <p:cNvPr id="2028" name="Google Shape;2028;p50"/>
            <p:cNvPicPr preferRelativeResize="0"/>
            <p:nvPr/>
          </p:nvPicPr>
          <p:blipFill rotWithShape="1">
            <a:blip r:embed="rId4">
              <a:alphaModFix/>
            </a:blip>
            <a:srcRect l="12472" t="17720" b="15461"/>
            <a:stretch/>
          </p:blipFill>
          <p:spPr>
            <a:xfrm>
              <a:off x="6807363" y="2912500"/>
              <a:ext cx="3920501" cy="353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9" name="Google Shape;2029;p50"/>
            <p:cNvSpPr/>
            <p:nvPr/>
          </p:nvSpPr>
          <p:spPr>
            <a:xfrm rot="10800000">
              <a:off x="7638374" y="298729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0" name="Google Shape;2030;p50"/>
            <p:cNvGrpSpPr/>
            <p:nvPr/>
          </p:nvGrpSpPr>
          <p:grpSpPr>
            <a:xfrm>
              <a:off x="7441400" y="3766050"/>
              <a:ext cx="582050" cy="582425"/>
              <a:chOff x="959750" y="3039275"/>
              <a:chExt cx="582050" cy="582425"/>
            </a:xfrm>
          </p:grpSpPr>
          <p:sp>
            <p:nvSpPr>
              <p:cNvPr id="2031" name="Google Shape;2031;p5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5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5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5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5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5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5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8" name="Google Shape;2038;p50"/>
            <p:cNvGrpSpPr/>
            <p:nvPr/>
          </p:nvGrpSpPr>
          <p:grpSpPr>
            <a:xfrm>
              <a:off x="8194124" y="3824159"/>
              <a:ext cx="134004" cy="134004"/>
              <a:chOff x="8356813" y="1074288"/>
              <a:chExt cx="351900" cy="351900"/>
            </a:xfrm>
          </p:grpSpPr>
          <p:sp>
            <p:nvSpPr>
              <p:cNvPr id="2039" name="Google Shape;2039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1" name="Google Shape;2041;p50"/>
            <p:cNvGrpSpPr/>
            <p:nvPr/>
          </p:nvGrpSpPr>
          <p:grpSpPr>
            <a:xfrm>
              <a:off x="8279686" y="4297459"/>
              <a:ext cx="134004" cy="134004"/>
              <a:chOff x="8356813" y="1074288"/>
              <a:chExt cx="351900" cy="351900"/>
            </a:xfrm>
          </p:grpSpPr>
          <p:sp>
            <p:nvSpPr>
              <p:cNvPr id="2042" name="Google Shape;2042;p50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50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44" name="Google Shape;2044;p50"/>
            <p:cNvSpPr/>
            <p:nvPr/>
          </p:nvSpPr>
          <p:spPr>
            <a:xfrm>
              <a:off x="8608325" y="2987900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45" name="Google Shape;2045;p50"/>
            <p:cNvGrpSpPr/>
            <p:nvPr/>
          </p:nvGrpSpPr>
          <p:grpSpPr>
            <a:xfrm>
              <a:off x="8498812" y="3538958"/>
              <a:ext cx="699928" cy="1651024"/>
              <a:chOff x="8337812" y="3492483"/>
              <a:chExt cx="699928" cy="1651024"/>
            </a:xfrm>
          </p:grpSpPr>
          <p:sp>
            <p:nvSpPr>
              <p:cNvPr id="2046" name="Google Shape;2046;p5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5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5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49" name="Google Shape;2049;p50"/>
            <p:cNvGrpSpPr/>
            <p:nvPr/>
          </p:nvGrpSpPr>
          <p:grpSpPr>
            <a:xfrm>
              <a:off x="8267753" y="4417410"/>
              <a:ext cx="1162043" cy="932702"/>
              <a:chOff x="7945225" y="4302000"/>
              <a:chExt cx="904666" cy="726121"/>
            </a:xfrm>
          </p:grpSpPr>
          <p:sp>
            <p:nvSpPr>
              <p:cNvPr id="2050" name="Google Shape;2050;p5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5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5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53" name="Google Shape;2053;p5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36720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Tại sao lại sử dụng XAMPP?</a:t>
            </a:r>
            <a:endParaRPr dirty="0"/>
          </a:p>
        </p:txBody>
      </p:sp>
      <p:grpSp>
        <p:nvGrpSpPr>
          <p:cNvPr id="2054" name="Google Shape;2054;p50"/>
          <p:cNvGrpSpPr/>
          <p:nvPr/>
        </p:nvGrpSpPr>
        <p:grpSpPr>
          <a:xfrm>
            <a:off x="-1178500" y="-783270"/>
            <a:ext cx="2584025" cy="5008632"/>
            <a:chOff x="-1178500" y="-783270"/>
            <a:chExt cx="2584025" cy="5008632"/>
          </a:xfrm>
        </p:grpSpPr>
        <p:sp>
          <p:nvSpPr>
            <p:cNvPr id="2055" name="Google Shape;2055;p50"/>
            <p:cNvSpPr/>
            <p:nvPr/>
          </p:nvSpPr>
          <p:spPr>
            <a:xfrm>
              <a:off x="-531025" y="-783270"/>
              <a:ext cx="1831906" cy="2973982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0"/>
            <p:cNvSpPr/>
            <p:nvPr/>
          </p:nvSpPr>
          <p:spPr>
            <a:xfrm rot="10800000">
              <a:off x="-1178500" y="1251380"/>
              <a:ext cx="1831906" cy="2973982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7" name="Google Shape;2057;p50"/>
            <p:cNvGrpSpPr/>
            <p:nvPr/>
          </p:nvGrpSpPr>
          <p:grpSpPr>
            <a:xfrm>
              <a:off x="-249814" y="105367"/>
              <a:ext cx="1269472" cy="868249"/>
              <a:chOff x="39722" y="4349021"/>
              <a:chExt cx="1061964" cy="726143"/>
            </a:xfrm>
          </p:grpSpPr>
          <p:grpSp>
            <p:nvGrpSpPr>
              <p:cNvPr id="2058" name="Google Shape;2058;p50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2059" name="Google Shape;2059;p50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60" name="Google Shape;2060;p50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2061" name="Google Shape;2061;p50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2" name="Google Shape;2062;p50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3" name="Google Shape;2063;p50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4" name="Google Shape;2064;p50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5" name="Google Shape;2065;p50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066" name="Google Shape;2066;p50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67" name="Google Shape;2067;p50"/>
            <p:cNvGrpSpPr/>
            <p:nvPr/>
          </p:nvGrpSpPr>
          <p:grpSpPr>
            <a:xfrm rot="5400000">
              <a:off x="966375" y="-246975"/>
              <a:ext cx="439200" cy="439100"/>
              <a:chOff x="1101075" y="2142375"/>
              <a:chExt cx="439200" cy="439100"/>
            </a:xfrm>
          </p:grpSpPr>
          <p:sp>
            <p:nvSpPr>
              <p:cNvPr id="2068" name="Google Shape;2068;p50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50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85" name="Google Shape;1485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0" name="Google Shape;1490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1" name="Google Shape;1491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492" name="Google Shape;1492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0" name="Google Shape;1510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1" name="Google Shape;1511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3" name="Google Shape;1513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517" name="Google Shape;151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18" name="Google Shape;151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2" name="Google Shape;152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63482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Cài đặt cho Windows</a:t>
            </a:r>
            <a:endParaRPr dirty="0"/>
          </a:p>
        </p:txBody>
      </p: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/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/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/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Tải xuống</a:t>
            </a:r>
            <a:endParaRPr dirty="0"/>
          </a:p>
        </p:txBody>
      </p:sp>
      <p:sp>
        <p:nvSpPr>
          <p:cNvPr id="2398" name="Google Shape;2398;p63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Tải phiên bản mới nhất tại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</a:rPr>
              <a:t>https://www.apachefriends.org/download.html</a:t>
            </a:r>
            <a:endParaRPr lang="en" dirty="0">
              <a:latin typeface="+mj-lt"/>
            </a:endParaRPr>
          </a:p>
        </p:txBody>
      </p:sp>
      <p:pic>
        <p:nvPicPr>
          <p:cNvPr id="2399" name="Google Shape;2399;p63"/>
          <p:cNvPicPr preferRelativeResize="0"/>
          <p:nvPr/>
        </p:nvPicPr>
        <p:blipFill>
          <a:blip r:embed="rId3"/>
          <a:srcRect l="3888" r="3888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/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/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/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/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E1EB88C4-4ED7-3DDD-5943-0CD470EE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A652CEF3-A206-F305-969A-E66D94A5911E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42244B42-D89E-5151-CB3C-C7C0752EBD0F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F1DD7F6A-14D8-0D12-5B27-D699F9109558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6C6AD42E-A989-377F-3978-82A705E558F7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B017E79F-F3DF-5524-F8F7-DA0DB3D21D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Cài đặt phần mềm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AA6DF8AD-CF3B-FEC1-2EFF-23F64F97458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Bỏ chọn hộp kiểm và nhấn Finish để hoàn tất cài đặt như bình thường.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A6B6DEE9-83B3-90C3-F870-60A460881F63}"/>
              </a:ext>
            </a:extLst>
          </p:cNvPr>
          <p:cNvPicPr preferRelativeResize="0"/>
          <p:nvPr/>
        </p:nvPicPr>
        <p:blipFill>
          <a:blip r:embed="rId3"/>
          <a:srcRect l="-1" t="857" r="1" b="26243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74893E71-684D-8325-DC28-22F5BAEAFAF3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AA606DEF-7E5B-3B30-0417-7E0FCEB89DCF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92C020BF-0686-DC7A-1278-E66EEBFB3746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B2F0CDFF-9CE7-FE48-A0C3-AB799E53702A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9831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724094DA-039B-DB4E-80E5-5A0B459C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554037ED-6CD7-C35E-1793-3380938DFE7E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30C42365-A20D-8F19-BDBA-847964FA6E5C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B14D4095-57C0-42DE-2A25-7B5F6296AE01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9FC35EBE-E3FC-0B54-5487-7FEDEC976B2D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122640AE-1FC8-4441-4D42-A3EE823B8C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Khởi chạy server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0379FDB3-AB74-F537-D8D6-5E9BFB791AC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Tìm và khởi chạy file xampp-control.exe theo đường dẫn C:\\xampp.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FB4FB2B6-29AA-2A1A-796E-E869CBF681F1}"/>
              </a:ext>
            </a:extLst>
          </p:cNvPr>
          <p:cNvPicPr preferRelativeResize="0"/>
          <p:nvPr/>
        </p:nvPicPr>
        <p:blipFill>
          <a:blip r:embed="rId3"/>
          <a:srcRect l="17998" r="17998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CFFD5995-9066-E9CC-7E11-F8863C3428B0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B7E496B7-9E6B-9F62-B186-8CFC392E4EF3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9F9B10E3-266A-A1D8-87CF-90D20DDF7E75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8E397CF4-A4F7-FCAE-84B6-46EA9C927E05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4120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8306EE58-600B-5A1A-92C7-24A3CBDC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74702CEF-35E0-A4F3-F168-812FE5C5D740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48C3E767-1C8E-6427-6C0A-EE64CB3D82BD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C8FAF210-60DC-0600-6502-4EE1A1BE50FF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21E7F5A7-B96C-4D74-22BE-A9A67CC88A35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02D24374-D75B-21ED-12D2-7C116B6747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Khởi chạy server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51BD335E-7F68-7C8C-E7D1-FB759B5E23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Tại cột Actions, chọn Start cho module Apache và MySQL.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E642AACE-921D-A678-0795-6FBAC7D3F209}"/>
              </a:ext>
            </a:extLst>
          </p:cNvPr>
          <p:cNvPicPr preferRelativeResize="0"/>
          <p:nvPr/>
        </p:nvPicPr>
        <p:blipFill>
          <a:blip r:embed="rId3"/>
          <a:srcRect l="-1" t="316" r="1" b="5806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B98592E4-55D7-C2F7-D377-04308EE21E82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87CB1EE5-CD74-12DD-5288-A3114368B13F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32BB453B-86C4-7D00-DDFF-81FF4D9F8C63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B4B44BFC-2C67-81D6-BC0A-7335DEB4D37A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77178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A5DBFA8A-1AEE-8319-0D54-E586A8B1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5D6CAE15-0374-4C95-C39E-FA5913C013D1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315390EB-AD5C-BDB2-701C-0E4710C844CF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0892F5BC-7E45-3031-BCF1-546FF015C305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3F1CEC86-8476-BD36-3EA5-194653D76290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34BAD0DD-8733-9CFB-B76C-F66473DE59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Kiểm tra server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0DA5E5C7-5B8C-D811-3838-80DC2875F8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Kiểm tra server đã khởi chạy ổn định hay chưa bằng cách truy cập vào địa chỉ localhost trên trình duyệt.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E08ACD4F-9CAE-7137-B661-76803B26D573}"/>
              </a:ext>
            </a:extLst>
          </p:cNvPr>
          <p:cNvPicPr preferRelativeResize="0"/>
          <p:nvPr/>
        </p:nvPicPr>
        <p:blipFill>
          <a:blip r:embed="rId3"/>
          <a:srcRect l="5937" r="5937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E8364426-079E-0073-23C7-EF3641CCCE74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0A35283B-B02B-E9EC-2AE9-B6052ACA6F61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743BEB40-67F9-3699-4838-ED46E9E14010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D7698433-3A8D-D707-2F7B-F5083145E59C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30284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3883DE4C-2DDB-345B-8CAA-7E92EACB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A1C2769B-71EA-EB9B-0E60-9E56AF433C30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C6BA3AA6-BF54-DB37-8695-358C54BCFB14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181BB54D-1663-BDF7-AE5C-53319E50E7FB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ECA361F8-02A2-5FA5-D448-4AF367AD2A2D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E23FE326-F3F0-5A6A-BF88-8F586F6F4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Host một trang web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E76B3C84-D737-8455-D1F3-FD495BA38CD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Trong thư mục htdocs (C:\\xampp\\htdocs), xóa toàn bộ file có trong thư mục và tạo thư mục mới chứa website mong muốn host.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F68E3DFF-BAFE-4F87-4334-4B1D37E39A65}"/>
              </a:ext>
            </a:extLst>
          </p:cNvPr>
          <p:cNvPicPr preferRelativeResize="0"/>
          <p:nvPr/>
        </p:nvPicPr>
        <p:blipFill>
          <a:blip r:embed="rId3"/>
          <a:srcRect l="13876" t="-20922" r="259" b="-21291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9EC41A2B-2EEF-FDD6-E7AC-EA014EB42D48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9A8CFC4F-660B-D3E3-2DB4-53DFBCFEF280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193893E8-04D1-E8ED-5C7F-C08C64AE3D10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D3E225BB-FFF9-8446-05F5-8AC061A846D2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24797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2643F56B-B756-3622-4875-ED750E3EC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A885E12F-3B89-1B8B-F1B2-DFF535464C22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15134F93-2E06-5716-16C2-A39557193F7E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66B8E44E-09FF-C215-9B9E-BE261C464097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06CF39C7-53FB-9415-EC56-C83DAC9C8373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D6FE00D2-485A-E6C6-7FA6-7173BCA895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Host một trang web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20D8B091-CCD9-E1D5-D5E8-774FCB9645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Sử dụng một trình soạn thảo bất kì, tạo file index.php và lưu vào thư mục chứa trang web mong muốn host.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08043656-CB40-B487-5006-89116F94E6FC}"/>
              </a:ext>
            </a:extLst>
          </p:cNvPr>
          <p:cNvPicPr preferRelativeResize="0"/>
          <p:nvPr/>
        </p:nvPicPr>
        <p:blipFill>
          <a:blip r:embed="rId3"/>
          <a:srcRect l="8085" r="8085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BBDACAF3-F6F1-0A9A-94EF-BBA3E224C844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14018DE0-95E4-87C0-82BE-D767ED3E1E5F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32624CDE-11CD-C4F4-362F-C89CC94C2066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2A09FC69-18CF-8E4B-4399-2A6F34652AA4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16779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>
          <a:extLst>
            <a:ext uri="{FF2B5EF4-FFF2-40B4-BE49-F238E27FC236}">
              <a16:creationId xmlns:a16="http://schemas.microsoft.com/office/drawing/2014/main" id="{63A7B2F0-02E3-88A9-80AE-BE40DDAB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" name="Google Shape;2393;p63">
            <a:extLst>
              <a:ext uri="{FF2B5EF4-FFF2-40B4-BE49-F238E27FC236}">
                <a16:creationId xmlns:a16="http://schemas.microsoft.com/office/drawing/2014/main" id="{FBFA764D-2DEE-13FF-03D6-F77D60726A23}"/>
              </a:ext>
            </a:extLst>
          </p:cNvPr>
          <p:cNvGrpSpPr/>
          <p:nvPr/>
        </p:nvGrpSpPr>
        <p:grpSpPr>
          <a:xfrm>
            <a:off x="3812690" y="1075164"/>
            <a:ext cx="4003052" cy="2972459"/>
            <a:chOff x="5138725" y="1338401"/>
            <a:chExt cx="3552900" cy="2638199"/>
          </a:xfrm>
        </p:grpSpPr>
        <p:sp>
          <p:nvSpPr>
            <p:cNvPr id="2394" name="Google Shape;2394;p63">
              <a:extLst>
                <a:ext uri="{FF2B5EF4-FFF2-40B4-BE49-F238E27FC236}">
                  <a16:creationId xmlns:a16="http://schemas.microsoft.com/office/drawing/2014/main" id="{B0A08A64-9E51-8F8F-75E3-7EF254727A32}"/>
                </a:ext>
              </a:extLst>
            </p:cNvPr>
            <p:cNvSpPr/>
            <p:nvPr/>
          </p:nvSpPr>
          <p:spPr>
            <a:xfrm>
              <a:off x="5138725" y="1338401"/>
              <a:ext cx="3552900" cy="22863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>
              <a:extLst>
                <a:ext uri="{FF2B5EF4-FFF2-40B4-BE49-F238E27FC236}">
                  <a16:creationId xmlns:a16="http://schemas.microsoft.com/office/drawing/2014/main" id="{08921D5B-B494-41BC-27D6-BDDC199AF8DA}"/>
                </a:ext>
              </a:extLst>
            </p:cNvPr>
            <p:cNvSpPr/>
            <p:nvPr/>
          </p:nvSpPr>
          <p:spPr>
            <a:xfrm>
              <a:off x="6522475" y="3624700"/>
              <a:ext cx="785400" cy="2484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>
              <a:extLst>
                <a:ext uri="{FF2B5EF4-FFF2-40B4-BE49-F238E27FC236}">
                  <a16:creationId xmlns:a16="http://schemas.microsoft.com/office/drawing/2014/main" id="{DB81D4D0-8267-9B7D-7DCC-CE8A3D9DD790}"/>
                </a:ext>
              </a:extLst>
            </p:cNvPr>
            <p:cNvSpPr/>
            <p:nvPr/>
          </p:nvSpPr>
          <p:spPr>
            <a:xfrm>
              <a:off x="5884975" y="3873100"/>
              <a:ext cx="2060400" cy="103500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97" name="Google Shape;2397;p63">
            <a:extLst>
              <a:ext uri="{FF2B5EF4-FFF2-40B4-BE49-F238E27FC236}">
                <a16:creationId xmlns:a16="http://schemas.microsoft.com/office/drawing/2014/main" id="{9C0E7491-733B-B37F-A91E-E0E1E9C4E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Host một trang web</a:t>
            </a:r>
            <a:endParaRPr dirty="0"/>
          </a:p>
        </p:txBody>
      </p:sp>
      <p:sp>
        <p:nvSpPr>
          <p:cNvPr id="2398" name="Google Shape;2398;p63">
            <a:extLst>
              <a:ext uri="{FF2B5EF4-FFF2-40B4-BE49-F238E27FC236}">
                <a16:creationId xmlns:a16="http://schemas.microsoft.com/office/drawing/2014/main" id="{7EC8FE14-0214-0895-12FD-A566E75782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Truy cập vào địa chỉ localhost/[tên thư mục]/ để kiểm tra xem website có đang hoạt động không.</a:t>
            </a:r>
          </a:p>
        </p:txBody>
      </p:sp>
      <p:pic>
        <p:nvPicPr>
          <p:cNvPr id="2399" name="Google Shape;2399;p63">
            <a:extLst>
              <a:ext uri="{FF2B5EF4-FFF2-40B4-BE49-F238E27FC236}">
                <a16:creationId xmlns:a16="http://schemas.microsoft.com/office/drawing/2014/main" id="{5D32A69F-73C8-0E92-6FBD-D1453453117A}"/>
              </a:ext>
            </a:extLst>
          </p:cNvPr>
          <p:cNvPicPr preferRelativeResize="0"/>
          <p:nvPr/>
        </p:nvPicPr>
        <p:blipFill>
          <a:blip r:embed="rId3"/>
          <a:srcRect l="1652" t="1201" r="9875" b="-1201"/>
          <a:stretch/>
        </p:blipFill>
        <p:spPr>
          <a:xfrm>
            <a:off x="3983789" y="1246750"/>
            <a:ext cx="3660749" cy="2232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4" name="Google Shape;2404;p63">
            <a:extLst>
              <a:ext uri="{FF2B5EF4-FFF2-40B4-BE49-F238E27FC236}">
                <a16:creationId xmlns:a16="http://schemas.microsoft.com/office/drawing/2014/main" id="{D0C8D3CE-0C69-DB89-7FD4-2511D0BC4FDF}"/>
              </a:ext>
            </a:extLst>
          </p:cNvPr>
          <p:cNvGrpSpPr/>
          <p:nvPr/>
        </p:nvGrpSpPr>
        <p:grpSpPr>
          <a:xfrm>
            <a:off x="2734950" y="3980917"/>
            <a:ext cx="6577300" cy="134070"/>
            <a:chOff x="2734950" y="3980917"/>
            <a:chExt cx="6577300" cy="134070"/>
          </a:xfrm>
        </p:grpSpPr>
        <p:sp>
          <p:nvSpPr>
            <p:cNvPr id="2405" name="Google Shape;2405;p63">
              <a:extLst>
                <a:ext uri="{FF2B5EF4-FFF2-40B4-BE49-F238E27FC236}">
                  <a16:creationId xmlns:a16="http://schemas.microsoft.com/office/drawing/2014/main" id="{2AFEB602-94EA-7738-49F8-645A57AFC50B}"/>
                </a:ext>
              </a:extLst>
            </p:cNvPr>
            <p:cNvSpPr/>
            <p:nvPr/>
          </p:nvSpPr>
          <p:spPr>
            <a:xfrm rot="10800000">
              <a:off x="2734950" y="3980917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06" name="Google Shape;2406;p63">
              <a:extLst>
                <a:ext uri="{FF2B5EF4-FFF2-40B4-BE49-F238E27FC236}">
                  <a16:creationId xmlns:a16="http://schemas.microsoft.com/office/drawing/2014/main" id="{19DB4543-5C7A-4271-3A07-A107BE56B16B}"/>
                </a:ext>
              </a:extLst>
            </p:cNvPr>
            <p:cNvCxnSpPr/>
            <p:nvPr/>
          </p:nvCxnSpPr>
          <p:spPr>
            <a:xfrm rot="10800000">
              <a:off x="2831050" y="4047947"/>
              <a:ext cx="6481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7" name="Google Shape;2407;p63">
              <a:extLst>
                <a:ext uri="{FF2B5EF4-FFF2-40B4-BE49-F238E27FC236}">
                  <a16:creationId xmlns:a16="http://schemas.microsoft.com/office/drawing/2014/main" id="{7C3E76A6-4DAC-C8C1-60BF-31960180DA7B}"/>
                </a:ext>
              </a:extLst>
            </p:cNvPr>
            <p:cNvSpPr/>
            <p:nvPr/>
          </p:nvSpPr>
          <p:spPr>
            <a:xfrm rot="10800000">
              <a:off x="2765063" y="4011000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4458746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212</Words>
  <Application>Microsoft Office PowerPoint</Application>
  <PresentationFormat>On-screen Show (16:9)</PresentationFormat>
  <Paragraphs>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IBM Plex Mono</vt:lpstr>
      <vt:lpstr>Poppins</vt:lpstr>
      <vt:lpstr>Introduction to Coding Workshop by Slidesgo</vt:lpstr>
      <vt:lpstr>Cài đặt localhost bằng XAMPP</vt:lpstr>
      <vt:lpstr>Localhost là gì?</vt:lpstr>
      <vt:lpstr>Tại sao lại sử dụng XAMPP?</vt:lpstr>
      <vt:lpstr>Cài đặt cho Windows</vt:lpstr>
      <vt:lpstr>Tải xuống</vt:lpstr>
      <vt:lpstr>Cài đặt phần mềm</vt:lpstr>
      <vt:lpstr>Khởi chạy server</vt:lpstr>
      <vt:lpstr>Khởi chạy server</vt:lpstr>
      <vt:lpstr>Kiểm tra server</vt:lpstr>
      <vt:lpstr>Host một trang web</vt:lpstr>
      <vt:lpstr>Host một trang web</vt:lpstr>
      <vt:lpstr>Host một trang web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Tùng Nguyễn Hoàng</cp:lastModifiedBy>
  <cp:revision>8</cp:revision>
  <dcterms:modified xsi:type="dcterms:W3CDTF">2025-03-18T12:13:39Z</dcterms:modified>
</cp:coreProperties>
</file>