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5a86604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5a86604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8ebf56e0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8ebf56e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8ebf56e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8ebf56e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23af88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623af88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5b0287de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5b0287de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85b0308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85b0308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5b0287de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5b0287d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ebf56e0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8ebf56e0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185b0308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185b0308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85b0308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85b0308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8ebf56e0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8ebf56e0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5b0287de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5b0287de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85b0308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185b0308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8ebf56e0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8ebf56e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5a84482d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5a84482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63f3967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63f3967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85b0308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85b0308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63f3967d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63f3967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63f3967d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63f3967d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63f3967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63f3967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85b0308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185b0308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63f3967d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63f3967d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8ebf56e0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8ebf56e0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3f3967d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3f3967d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3f3967d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3f3967d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86128d1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86128d1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86128d15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86128d15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63f3967d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63f3967d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63f3967d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63f3967d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63f3967d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63f3967d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8ebf56e0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8ebf56e0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8ebf56e0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8ebf56e0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8ebf56e0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8ebf56e0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44973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storage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23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421125" y="47453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973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storage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4973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storage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guide/topics/data/data-storage.html#pref" TargetMode="External"/><Relationship Id="rId4" Type="http://schemas.openxmlformats.org/officeDocument/2006/relationships/hyperlink" Target="https://developer.android.com/guide/topics/data/data-storage.html#filesInternal" TargetMode="External"/><Relationship Id="rId5" Type="http://schemas.openxmlformats.org/officeDocument/2006/relationships/hyperlink" Target="https://developer.android.com/guide/topics/data/data-storage.html#filesExternal" TargetMode="External"/><Relationship Id="rId6" Type="http://schemas.openxmlformats.org/officeDocument/2006/relationships/hyperlink" Target="https://developer.android.com/guide/topics/data/data-storage.html#db" TargetMode="External"/><Relationship Id="rId7" Type="http://schemas.openxmlformats.org/officeDocument/2006/relationships/hyperlink" Target="https://developer.android.com/guide/topics/providers/content-providers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guide/topics/data/data-storage.html#netw" TargetMode="External"/><Relationship Id="rId4" Type="http://schemas.openxmlformats.org/officeDocument/2006/relationships/hyperlink" Target="https://developer.android.com/training/backup/index.html" TargetMode="External"/><Relationship Id="rId5" Type="http://schemas.openxmlformats.org/officeDocument/2006/relationships/hyperlink" Target="https://firebase.google.com/docs/databas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content/Context.html#getFilesDir()" TargetMode="External"/><Relationship Id="rId4" Type="http://schemas.openxmlformats.org/officeDocument/2006/relationships/hyperlink" Target="https://developer.android.com/reference/android/content/Context.html#getCacheDir()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sdk/api_diff/24/changes/pkg_java.io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hyperlink" Target="https://developer.android.com/reference/android/os/Environment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os/Environment.html#DIRECTORY_ALARMS" TargetMode="External"/><Relationship Id="rId4" Type="http://schemas.openxmlformats.org/officeDocument/2006/relationships/hyperlink" Target="https://developer.android.com/reference/android/os/Environment.html#DIRECTORY_RINGTONES" TargetMode="External"/><Relationship Id="rId9" Type="http://schemas.openxmlformats.org/officeDocument/2006/relationships/hyperlink" Target="https://developer.android.com/reference/android/os/Environment.html#DIRECTORY_DOWNLOADS" TargetMode="External"/><Relationship Id="rId5" Type="http://schemas.openxmlformats.org/officeDocument/2006/relationships/hyperlink" Target="https://developer.android.com/reference/android/os/Environment.html#DIRECTORY_RINGTONES" TargetMode="External"/><Relationship Id="rId6" Type="http://schemas.openxmlformats.org/officeDocument/2006/relationships/hyperlink" Target="https://developer.android.com/reference/android/os/Environment.html#DIRECTORY_DOCUMENTS" TargetMode="External"/><Relationship Id="rId7" Type="http://schemas.openxmlformats.org/officeDocument/2006/relationships/hyperlink" Target="https://developer.android.com/reference/android/os/Environment.html#DIRECTORY_DOCUMENTS" TargetMode="External"/><Relationship Id="rId8" Type="http://schemas.openxmlformats.org/officeDocument/2006/relationships/hyperlink" Target="https://developer.android.com/reference/android/os/Environment.html#DIRECTORY_DOWNLOAD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os/Environment.html#getExternalStoragePublicDirectory(java.lang.String)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java/io/IOException.html" TargetMode="External"/><Relationship Id="rId4" Type="http://schemas.openxmlformats.org/officeDocument/2006/relationships/hyperlink" Target="https://developer.android.com/reference/java/io/File.html#getFreeSpace()" TargetMode="External"/><Relationship Id="rId5" Type="http://schemas.openxmlformats.org/officeDocument/2006/relationships/hyperlink" Target="https://developer.android.com/reference/java/io/File.html#getTotalSpace()" TargetMode="External"/><Relationship Id="rId6" Type="http://schemas.openxmlformats.org/officeDocument/2006/relationships/hyperlink" Target="https://developer.android.com/reference/java/io/IOException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irebase.google.com/docs/database/" TargetMode="External"/><Relationship Id="rId4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java/net/package-summary.html" TargetMode="External"/><Relationship Id="rId4" Type="http://schemas.openxmlformats.org/officeDocument/2006/relationships/hyperlink" Target="https://developer.android.com/reference/java/net/package-summary.html" TargetMode="External"/><Relationship Id="rId5" Type="http://schemas.openxmlformats.org/officeDocument/2006/relationships/hyperlink" Target="https://developer.android.com/reference/android/net/package-summary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training/backup/autosyncapi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training/backup/backupapi.html" TargetMode="External"/><Relationship Id="rId4" Type="http://schemas.openxmlformats.org/officeDocument/2006/relationships/hyperlink" Target="https://developer.android.com/guide/topics/data/backup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training/basics/data-storage/files.html" TargetMode="External"/><Relationship Id="rId4" Type="http://schemas.openxmlformats.org/officeDocument/2006/relationships/hyperlink" Target="https://developer.android.com/reference/android/content/Context.html#getExternalFilesDir(java.lang.String)" TargetMode="External"/><Relationship Id="rId5" Type="http://schemas.openxmlformats.org/officeDocument/2006/relationships/hyperlink" Target="https://developer.android.com/reference/android/os/Environment.html#getExternalStoragePublicDirectory(java.lang.String)" TargetMode="External"/><Relationship Id="rId6" Type="http://schemas.openxmlformats.org/officeDocument/2006/relationships/hyperlink" Target="https://developer.android.com/reference/java/io/File.html" TargetMode="External"/><Relationship Id="rId7" Type="http://schemas.openxmlformats.org/officeDocument/2006/relationships/hyperlink" Target="https://docs.oracle.com/javase/tutorial/essential/io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training/backup/autosyncapi.html" TargetMode="External"/><Relationship Id="rId4" Type="http://schemas.openxmlformats.org/officeDocument/2006/relationships/hyperlink" Target="https://developer.android.com/training/backup/backupapi.html" TargetMode="External"/><Relationship Id="rId5" Type="http://schemas.openxmlformats.org/officeDocument/2006/relationships/hyperlink" Target="https://developer.android.com/guide/topics/data/backup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oogle-developer-training.github.io/android-developer-fundamentals-course-concepts-v2/unit-4-saving-user-data/lesson-9-preferences-and-settings/9-0-c-data-storage/9-0-c-data-storage.htm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Preferences and settings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subTitle"/>
          </p:nvPr>
        </p:nvSpPr>
        <p:spPr>
          <a:xfrm>
            <a:off x="265500" y="3497901"/>
            <a:ext cx="40452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9</a:t>
            </a:r>
            <a:endParaRPr/>
          </a:p>
        </p:txBody>
      </p:sp>
      <p:sp>
        <p:nvSpPr>
          <p:cNvPr id="147" name="Google Shape;147;p27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9.0 Data </a:t>
            </a:r>
            <a:r>
              <a:rPr lang="en"/>
              <a:t>Storage</a:t>
            </a:r>
            <a:endParaRPr/>
          </a:p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275750"/>
            <a:ext cx="8478900" cy="29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</a:t>
            </a:r>
            <a:r>
              <a:rPr lang="en"/>
              <a:t>File System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Internal Storage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External Storage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SQLite Database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Other Storage Options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Options</a:t>
            </a:r>
            <a:endParaRPr/>
          </a:p>
        </p:txBody>
      </p:sp>
      <p:sp>
        <p:nvSpPr>
          <p:cNvPr id="167" name="Google Shape;16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data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180675" y="1304875"/>
            <a:ext cx="8651700" cy="280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Shared Preferences</a:t>
            </a:r>
            <a:r>
              <a:rPr lang="en" sz="2000"/>
              <a:t>—Private primitive data in key-value pairs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Internal Storage</a:t>
            </a:r>
            <a:r>
              <a:rPr lang="en" sz="2000"/>
              <a:t>—Private data on device memory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External Storage</a:t>
            </a:r>
            <a:r>
              <a:rPr lang="en" sz="2000"/>
              <a:t>—Public data on device or external storage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6"/>
              </a:rPr>
              <a:t>SQLite Databases</a:t>
            </a:r>
            <a:r>
              <a:rPr lang="en" sz="2000"/>
              <a:t>—Structured data in a private database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7"/>
              </a:rPr>
              <a:t>Content Providers</a:t>
            </a:r>
            <a:r>
              <a:rPr lang="en" sz="2000"/>
              <a:t>—Store privately and make available publicly</a:t>
            </a:r>
            <a:endParaRPr sz="2000"/>
          </a:p>
        </p:txBody>
      </p: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data beyond Android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Network Connection</a:t>
            </a:r>
            <a:r>
              <a:rPr lang="en"/>
              <a:t>—On the web with your own server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Cloud Backup</a:t>
            </a:r>
            <a:r>
              <a:rPr lang="en"/>
              <a:t>—Back up app and user data in the cloud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Firebase Realtime Database</a:t>
            </a:r>
            <a:r>
              <a:rPr lang="en"/>
              <a:t>—Store and sync data with NoSQL cloud database across clients in realtime</a:t>
            </a:r>
            <a:endParaRPr sz="2000"/>
          </a:p>
        </p:txBody>
      </p:sp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265500" y="13093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Files</a:t>
            </a:r>
            <a:endParaRPr/>
          </a:p>
        </p:txBody>
      </p:sp>
      <p:sp>
        <p:nvSpPr>
          <p:cNvPr id="189" name="Google Shape;18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File System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304875"/>
            <a:ext cx="8709300" cy="30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External storage -- Public directories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Internal storage -- Private directories for just your app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Apps can browse the directory structure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 and operations similar to Linux and java.io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storage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064625"/>
            <a:ext cx="8604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Always available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device's filesystem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your app can access files, unless explicitly set to be readable or writable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 app uninstall, system removes all app's files from internal storage</a:t>
            </a:r>
            <a:endParaRPr/>
          </a:p>
        </p:txBody>
      </p:sp>
      <p:sp>
        <p:nvSpPr>
          <p:cNvPr id="205" name="Google Shape;205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storage</a:t>
            </a:r>
            <a:endParaRPr/>
          </a:p>
        </p:txBody>
      </p:sp>
      <p:sp>
        <p:nvSpPr>
          <p:cNvPr id="211" name="Google Shape;211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45650" y="1270725"/>
            <a:ext cx="8675700" cy="3053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 always available, can be removed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device's file system or physically external storage like SD card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World-readable, so any app can read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 uninstall, system does not remove files private to app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internal/external storage</a:t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140825"/>
            <a:ext cx="8651700" cy="32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Internal is best when</a:t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want to be sure that neither the user nor other apps can access your files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External is best for files that</a:t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don't require access restrictions and for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want to share with other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allow the user to access with a computer</a:t>
            </a:r>
            <a:endParaRPr/>
          </a:p>
        </p:txBody>
      </p:sp>
      <p:sp>
        <p:nvSpPr>
          <p:cNvPr id="219" name="Google Shape;219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 user's file in shared storage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381075"/>
            <a:ext cx="8520600" cy="24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Save n</a:t>
            </a:r>
            <a:r>
              <a:rPr lang="en"/>
              <a:t>ew files that the user acquires through your app to a public directory where other apps can access them and the user can easily copy them from the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Save external files in public directories</a:t>
            </a:r>
            <a:endParaRPr/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Storage</a:t>
            </a:r>
            <a:endParaRPr/>
          </a:p>
        </p:txBody>
      </p:sp>
      <p:sp>
        <p:nvSpPr>
          <p:cNvPr id="232" name="Google Shape;232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Storage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1445625"/>
            <a:ext cx="8520600" cy="250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private directories just for your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always has permission to read/write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Permanent storage directory—</a:t>
            </a:r>
            <a:r>
              <a:rPr lang="en" u="sng">
                <a:solidFill>
                  <a:schemeClr val="hlink"/>
                </a:solidFill>
                <a:hlinkClick r:id="rId3"/>
              </a:rPr>
              <a:t>getFilesDir()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Temporary storage directory—</a:t>
            </a:r>
            <a:r>
              <a:rPr lang="en" u="sng">
                <a:solidFill>
                  <a:schemeClr val="hlink"/>
                </a:solidFill>
                <a:hlinkClick r:id="rId4"/>
              </a:rPr>
              <a:t>getCacheDir()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file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311700" y="1381075"/>
            <a:ext cx="8520600" cy="28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File file = new File(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context.getFilesDir(), filename);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standard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java.io</a:t>
            </a:r>
            <a:r>
              <a:rPr lang="en"/>
              <a:t> file operators or streams </a:t>
            </a:r>
            <a:br>
              <a:rPr lang="en"/>
            </a:br>
            <a:r>
              <a:rPr lang="en"/>
              <a:t>to interact with files</a:t>
            </a:r>
            <a:endParaRPr/>
          </a:p>
        </p:txBody>
      </p:sp>
      <p:sp>
        <p:nvSpPr>
          <p:cNvPr id="248" name="Google Shape;248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Storage</a:t>
            </a:r>
            <a:endParaRPr/>
          </a:p>
        </p:txBody>
      </p:sp>
      <p:sp>
        <p:nvSpPr>
          <p:cNvPr id="254" name="Google Shape;254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Storage</a:t>
            </a:r>
            <a:endParaRPr/>
          </a:p>
        </p:txBody>
      </p:sp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311700" y="912225"/>
            <a:ext cx="8520600" cy="355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 device or SD card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</a:t>
            </a:r>
            <a:r>
              <a:rPr lang="en"/>
              <a:t> permissions in Android Manifest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Write permission includes read permission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&lt;uses-permission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android:name="android.permission.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WRITE_EXTERNAL_STORAGE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&lt;uses-permission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android:name="android.permission.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READ_EXTERNAL_STORAGE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check availability of storage</a:t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boolean isExternalStorageWritable()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String state = Environment.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getExternalStorageState()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if (Environment.MEDIA_MOUNTED.equals(state))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external public directories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076275"/>
            <a:ext cx="8520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DIRECTORY_ALARMS</a:t>
            </a:r>
            <a:r>
              <a:rPr lang="en"/>
              <a:t> and  </a:t>
            </a:r>
            <a:r>
              <a:rPr lang="en" u="sng">
                <a:solidFill>
                  <a:schemeClr val="hlink"/>
                </a:solidFill>
                <a:hlinkClick r:id="rId4"/>
              </a:rPr>
              <a:t>DIRECTORY_RINGTONES</a:t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audio files to use as alarms and ringtones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DIRECTORY_DOCUMENTS</a:t>
            </a:r>
            <a:endParaRPr u="sng">
              <a:solidFill>
                <a:schemeClr val="hlink"/>
              </a:solidFill>
              <a:hlinkClick r:id="rId7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documents that have been created by the user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DIRECTORY_DOWNLOADS</a:t>
            </a:r>
            <a:endParaRPr u="sng">
              <a:solidFill>
                <a:schemeClr val="hlink"/>
              </a:solidFill>
              <a:hlinkClick r:id="rId9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files that have been downloaded by the user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5"/>
          <p:cNvSpPr txBox="1"/>
          <p:nvPr/>
        </p:nvSpPr>
        <p:spPr>
          <a:xfrm>
            <a:off x="819975" y="4128050"/>
            <a:ext cx="7931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developer.android.com/reference/android/os/Environment.html</a:t>
            </a:r>
            <a:endParaRPr b="1" sz="18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 public external directories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3117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G</a:t>
            </a:r>
            <a:r>
              <a:rPr lang="en"/>
              <a:t>et a path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getExternalStoragePublicDirectory()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file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File path = Environment.getExternalStoragePublicDirectory(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Environment.DIRECTORY_PICTURES);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File file = new File(path, "DemoPicture.jpg");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storage left? </a:t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3117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</a:t>
            </a:r>
            <a:r>
              <a:rPr lang="en"/>
              <a:t> there is not enough space, throws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IOException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know the size of the file, check against space</a:t>
            </a:r>
            <a:endParaRPr/>
          </a:p>
          <a:p>
            <a:pPr indent="-381000" lvl="1" marL="914400" rtl="0" algn="l">
              <a:spcBef>
                <a:spcPts val="200"/>
              </a:spcBef>
              <a:spcAft>
                <a:spcPts val="0"/>
              </a:spcAft>
              <a:buSzPts val="2400"/>
              <a:buChar char="○"/>
            </a:pPr>
            <a:r>
              <a:rPr lang="en" sz="2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getFreeSpace()</a:t>
            </a:r>
            <a:endParaRPr sz="2400"/>
          </a:p>
          <a:p>
            <a:pPr indent="-381000" lvl="1" marL="914400" rtl="0" algn="l">
              <a:spcBef>
                <a:spcPts val="200"/>
              </a:spcBef>
              <a:spcAft>
                <a:spcPts val="0"/>
              </a:spcAft>
              <a:buSzPts val="2400"/>
              <a:buChar char="○"/>
            </a:pPr>
            <a:r>
              <a:rPr lang="en" sz="24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getTotalSpace()</a:t>
            </a:r>
            <a:r>
              <a:rPr lang="en" sz="2400"/>
              <a:t>.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do  not know how much space is needed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try/catch </a:t>
            </a:r>
            <a:r>
              <a:rPr lang="en" sz="24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IOException</a:t>
            </a:r>
            <a:r>
              <a:rPr lang="en" sz="2400"/>
              <a:t>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files no longer needed</a:t>
            </a:r>
            <a:endParaRPr/>
          </a:p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311700" y="1369425"/>
            <a:ext cx="8520600" cy="285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External storage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myFile.delete();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Internal storage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myContext.deleteFile(fileName);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delete the user's files!</a:t>
            </a:r>
            <a:endParaRPr/>
          </a:p>
        </p:txBody>
      </p:sp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311700" y="1076275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When the user uninstalls your app, your app's private storage directory and all its contents are deleted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/>
              <a:t>Do not use private storage for content that belongs to the user!</a:t>
            </a:r>
            <a:endParaRPr b="1"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For example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Photos captured or edited with your app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Music the user has purchased with your app</a:t>
            </a:r>
            <a:endParaRPr/>
          </a:p>
        </p:txBody>
      </p:sp>
      <p:sp>
        <p:nvSpPr>
          <p:cNvPr id="306" name="Google Shape;306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265500" y="1233175"/>
            <a:ext cx="4045200" cy="274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Preferences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 SQLite Database</a:t>
            </a:r>
            <a:endParaRPr/>
          </a:p>
        </p:txBody>
      </p:sp>
      <p:sp>
        <p:nvSpPr>
          <p:cNvPr id="312" name="Google Shape;312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 Database</a:t>
            </a:r>
            <a:endParaRPr/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311700" y="1217025"/>
            <a:ext cx="8520600" cy="3059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Ideal for repeating or structured data, such as contacts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provides SQL-like database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Covered in following chapters and practicals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SQLite Primer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Introduction to SQLite Databases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SQLite Data Storage Practical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Searching an SQLite Database Practical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Preferences</a:t>
            </a:r>
            <a:endParaRPr/>
          </a:p>
        </p:txBody>
      </p:sp>
      <p:sp>
        <p:nvSpPr>
          <p:cNvPr id="326" name="Google Shape;326;p52"/>
          <p:cNvSpPr txBox="1"/>
          <p:nvPr>
            <p:ph idx="1" type="body"/>
          </p:nvPr>
        </p:nvSpPr>
        <p:spPr>
          <a:xfrm>
            <a:off x="311700" y="1598025"/>
            <a:ext cx="8520600" cy="21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Read and write small amounts of primitive data as key/value pairs to a file on the device storage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Covered in later chapter and practical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Shared Preferences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Storage Options</a:t>
            </a:r>
            <a:endParaRPr/>
          </a:p>
        </p:txBody>
      </p:sp>
      <p:sp>
        <p:nvSpPr>
          <p:cNvPr id="333" name="Google Shape;333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Firebase to store and share data</a:t>
            </a:r>
            <a:endParaRPr/>
          </a:p>
        </p:txBody>
      </p:sp>
      <p:sp>
        <p:nvSpPr>
          <p:cNvPr id="341" name="Google Shape;341;p54"/>
          <p:cNvSpPr txBox="1"/>
          <p:nvPr>
            <p:ph idx="1" type="body"/>
          </p:nvPr>
        </p:nvSpPr>
        <p:spPr>
          <a:xfrm>
            <a:off x="311700" y="1076275"/>
            <a:ext cx="547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Store and sync data with the Firebase cloud database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is synced across all clients, and remains available when your app goes offline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firebase.google.com/docs/database/</a:t>
            </a:r>
            <a:endParaRPr sz="1800"/>
          </a:p>
        </p:txBody>
      </p:sp>
      <p:sp>
        <p:nvSpPr>
          <p:cNvPr id="342" name="Google Shape;342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9175" y="128312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Firebase Realtime Database</a:t>
            </a:r>
            <a:endParaRPr/>
          </a:p>
        </p:txBody>
      </p:sp>
      <p:sp>
        <p:nvSpPr>
          <p:cNvPr id="349" name="Google Shape;349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0" name="Google Shape;3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400" y="1124520"/>
            <a:ext cx="2881200" cy="342195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5"/>
          <p:cNvSpPr txBox="1"/>
          <p:nvPr>
            <p:ph idx="1" type="body"/>
          </p:nvPr>
        </p:nvSpPr>
        <p:spPr>
          <a:xfrm>
            <a:off x="311700" y="1304875"/>
            <a:ext cx="5798700" cy="29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Connected apps share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</a:t>
            </a:r>
            <a:r>
              <a:rPr lang="en"/>
              <a:t>osted in the cloud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Data is stored as JSON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Data is synchronized in realtime to every connected client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Connection</a:t>
            </a:r>
            <a:endParaRPr/>
          </a:p>
        </p:txBody>
      </p:sp>
      <p:sp>
        <p:nvSpPr>
          <p:cNvPr id="357" name="Google Shape;357;p56"/>
          <p:cNvSpPr txBox="1"/>
          <p:nvPr>
            <p:ph idx="1" type="body"/>
          </p:nvPr>
        </p:nvSpPr>
        <p:spPr>
          <a:xfrm>
            <a:off x="311700" y="1293225"/>
            <a:ext cx="8520600" cy="302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can use the network (when it's available) to store and retrieve data on your own web-based services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classes in the following packages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java.net.*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android.net.*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Backing up data</a:t>
            </a:r>
            <a:endParaRPr/>
          </a:p>
        </p:txBody>
      </p:sp>
      <p:sp>
        <p:nvSpPr>
          <p:cNvPr id="364" name="Google Shape;364;p57"/>
          <p:cNvSpPr txBox="1"/>
          <p:nvPr>
            <p:ph idx="1" type="body"/>
          </p:nvPr>
        </p:nvSpPr>
        <p:spPr>
          <a:xfrm>
            <a:off x="311700" y="1293225"/>
            <a:ext cx="8520600" cy="292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Auto Backup for 6.0 (API level 23) and higher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Automatically back up app data to the cloud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code required and free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Customize and configure auto backup for your app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Configuring Auto Backup for Apps</a:t>
            </a:r>
            <a:endParaRPr/>
          </a:p>
        </p:txBody>
      </p:sp>
      <p:sp>
        <p:nvSpPr>
          <p:cNvPr id="365" name="Google Shape;365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Backup API for Android 5.1 (API level 22) </a:t>
            </a:r>
            <a:endParaRPr sz="3000"/>
          </a:p>
        </p:txBody>
      </p:sp>
      <p:sp>
        <p:nvSpPr>
          <p:cNvPr id="371" name="Google Shape;371;p58"/>
          <p:cNvSpPr txBox="1"/>
          <p:nvPr>
            <p:ph idx="1" type="body"/>
          </p:nvPr>
        </p:nvSpPr>
        <p:spPr>
          <a:xfrm>
            <a:off x="311700" y="9884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Register for Android Backup Service to get a Backup Service Key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Configure Manifest to use Backup Service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Create a backup agent by extending the BackupAgentHelper class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Request backups when data has changed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More info and sample code: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Using the Backup AP</a:t>
            </a:r>
            <a:r>
              <a:rPr lang="en" sz="2000"/>
              <a:t> and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Data Backup</a:t>
            </a:r>
            <a:endParaRPr sz="2000"/>
          </a:p>
        </p:txBody>
      </p:sp>
      <p:sp>
        <p:nvSpPr>
          <p:cNvPr id="372" name="Google Shape;372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Learn more about f</a:t>
            </a:r>
            <a:r>
              <a:rPr lang="en"/>
              <a:t>iles</a:t>
            </a:r>
            <a:endParaRPr sz="3000"/>
          </a:p>
        </p:txBody>
      </p:sp>
      <p:sp>
        <p:nvSpPr>
          <p:cNvPr id="378" name="Google Shape;378;p59"/>
          <p:cNvSpPr txBox="1"/>
          <p:nvPr>
            <p:ph idx="1" type="body"/>
          </p:nvPr>
        </p:nvSpPr>
        <p:spPr>
          <a:xfrm>
            <a:off x="311700" y="1369425"/>
            <a:ext cx="8745900" cy="269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Saving Files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getExternalFilesDir() documentation and code samples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getExternalStoragePublicDirectory() documentation and code samples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6"/>
              </a:rPr>
              <a:t>java.io.File class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7"/>
              </a:rPr>
              <a:t>Oracle's Java I/O Tutorial</a:t>
            </a:r>
            <a:endParaRPr sz="2000"/>
          </a:p>
        </p:txBody>
      </p:sp>
      <p:sp>
        <p:nvSpPr>
          <p:cNvPr id="379" name="Google Shape;379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0"/>
          <p:cNvSpPr txBox="1"/>
          <p:nvPr>
            <p:ph type="title"/>
          </p:nvPr>
        </p:nvSpPr>
        <p:spPr>
          <a:xfrm>
            <a:off x="54100" y="170825"/>
            <a:ext cx="905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Learn more about backups</a:t>
            </a:r>
            <a:endParaRPr sz="3000"/>
          </a:p>
        </p:txBody>
      </p:sp>
      <p:sp>
        <p:nvSpPr>
          <p:cNvPr id="385" name="Google Shape;385;p60"/>
          <p:cNvSpPr txBox="1"/>
          <p:nvPr>
            <p:ph idx="1" type="body"/>
          </p:nvPr>
        </p:nvSpPr>
        <p:spPr>
          <a:xfrm>
            <a:off x="311700" y="1217025"/>
            <a:ext cx="8520600" cy="312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Configuring Auto Backup for Apps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Using the Backup API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Data Backup</a:t>
            </a:r>
            <a:endParaRPr sz="1800"/>
          </a:p>
        </p:txBody>
      </p:sp>
      <p:sp>
        <p:nvSpPr>
          <p:cNvPr id="386" name="Google Shape;386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92" name="Google Shape;392;p61"/>
          <p:cNvSpPr txBox="1"/>
          <p:nvPr>
            <p:ph idx="1" type="body"/>
          </p:nvPr>
        </p:nvSpPr>
        <p:spPr>
          <a:xfrm>
            <a:off x="3117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393" name="Google Shape;393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61"/>
          <p:cNvSpPr txBox="1"/>
          <p:nvPr/>
        </p:nvSpPr>
        <p:spPr>
          <a:xfrm>
            <a:off x="311700" y="2216125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9.0 Data Storage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No practical, this was an overview lecture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00" name="Google Shape;400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