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</p:sldIdLst>
  <p:sldSz cy="5143500" cx="9144000"/>
  <p:notesSz cx="6858000" cy="9144000"/>
  <p:embeddedFontLst>
    <p:embeddedFont>
      <p:font typeface="Roboto"/>
      <p:regular r:id="rId7"/>
      <p:bold r:id="rId8"/>
      <p:italic r:id="rId9"/>
      <p:boldItalic r:id="rId10"/>
    </p:embeddedFont>
    <p:embeddedFont>
      <p:font typeface="Open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regular.fntdata"/><Relationship Id="rId10" Type="http://schemas.openxmlformats.org/officeDocument/2006/relationships/font" Target="fonts/Roboto-boldItalic.fntdata"/><Relationship Id="rId13" Type="http://schemas.openxmlformats.org/officeDocument/2006/relationships/font" Target="fonts/OpenSans-italic.fntdata"/><Relationship Id="rId12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Roboto-italic.fntdata"/><Relationship Id="rId14" Type="http://schemas.openxmlformats.org/officeDocument/2006/relationships/font" Target="fonts/Open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Roboto-regular.fntdata"/><Relationship Id="rId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d7d9d49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16d7d9d49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ee3f0edf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ee3f0edf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" name="Google Shape;34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57" name="Google Shape;57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58" name="Google Shape;5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12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2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2" name="Google Shape;62;p12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3" name="Google Shape;63;p12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" name="Google Shape;64;p12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5" name="Google Shape;65;p12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12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7" name="Google Shape;67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3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" name="Google Shape;13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eveloper.android.com/courses/fundamentals-training/overview-v2" TargetMode="External"/><Relationship Id="rId4" Type="http://schemas.openxmlformats.org/officeDocument/2006/relationships/hyperlink" Target="https://developer.android.com/courses/fundamentals-training/overview-v2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4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" name="Google Shape;76;p14"/>
          <p:cNvSpPr txBox="1"/>
          <p:nvPr>
            <p:ph type="title"/>
          </p:nvPr>
        </p:nvSpPr>
        <p:spPr>
          <a:xfrm>
            <a:off x="195700" y="1671486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Where is everything?</a:t>
            </a:r>
            <a:endParaRPr/>
          </a:p>
        </p:txBody>
      </p:sp>
      <p:sp>
        <p:nvSpPr>
          <p:cNvPr id="77" name="Google Shape;77;p14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4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is everything? </a:t>
            </a:r>
            <a:endParaRPr/>
          </a:p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226000" y="1378125"/>
            <a:ext cx="8730000" cy="20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For a list of all the materials for the course, </a:t>
            </a:r>
            <a:b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ee the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course overview page</a:t>
            </a: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 at 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developer.android.com/courses/adf-v2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