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OpenSans-bold.fntdata"/><Relationship Id="rId10" Type="http://schemas.openxmlformats.org/officeDocument/2006/relationships/slide" Target="slides/slide6.xml"/><Relationship Id="rId32" Type="http://schemas.openxmlformats.org/officeDocument/2006/relationships/font" Target="fonts/OpenSans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a86604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a86604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623af88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623af88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55cd720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655cd72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8a89216c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8a89216c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5b0287d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5b0287d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8a89216c8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8a89216c8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655cd72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655cd72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8a89216c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8a89216c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655cd720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655cd720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8a89216c8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8a89216c8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655cd720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655cd720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8a89216c8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8a89216c8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8ef99989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8ef99989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8ef9998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8ef9998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8ef9998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8ef9998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8ef99989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8ef9998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8ef99989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8ef99989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5b0287de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5b0287de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8a89216c8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8a89216c8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8a89216c8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8a89216c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5a866045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5a866045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21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4" name="Google Shape;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Shared Preferences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Shared Preferences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reference/android/content/SharedPreferences.Editor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android/content/SharedPreferences.OnSharedPreferenceChangeListener.html" TargetMode="External"/><Relationship Id="rId4" Type="http://schemas.openxmlformats.org/officeDocument/2006/relationships/hyperlink" Target="https://developer.android.com/reference/android/content/SharedPreferences.html#registerOnSharedPreferenceChangeListener(android.content.SharedPreferences.OnSharedPreferenceChangeListener)" TargetMode="External"/><Relationship Id="rId5" Type="http://schemas.openxmlformats.org/officeDocument/2006/relationships/hyperlink" Target="https://developer.android.com/reference/android/app/Activity.html#onResume()" TargetMode="External"/><Relationship Id="rId6" Type="http://schemas.openxmlformats.org/officeDocument/2006/relationships/hyperlink" Target="https://developer.android.com/reference/android/app/Activity.html#onPause()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training/basics/data-storage/index.html" TargetMode="External"/><Relationship Id="rId4" Type="http://schemas.openxmlformats.org/officeDocument/2006/relationships/hyperlink" Target="https://developer.android.com/guide/topics/data/data-storage.html" TargetMode="External"/><Relationship Id="rId9" Type="http://schemas.openxmlformats.org/officeDocument/2006/relationships/hyperlink" Target="http://stackoverflow.com/questions/5901482/onsavedinstancestate-vs-sharedpreferences" TargetMode="External"/><Relationship Id="rId5" Type="http://schemas.openxmlformats.org/officeDocument/2006/relationships/hyperlink" Target="https://developer.android.com/training/basics/data-storage/shared-preferences.html" TargetMode="External"/><Relationship Id="rId6" Type="http://schemas.openxmlformats.org/officeDocument/2006/relationships/hyperlink" Target="https://developer.android.com/reference/android/content/SharedPreferences.html" TargetMode="External"/><Relationship Id="rId7" Type="http://schemas.openxmlformats.org/officeDocument/2006/relationships/hyperlink" Target="https://developer.android.com/reference/android/content/SharedPreferences.Editor.html" TargetMode="External"/><Relationship Id="rId8" Type="http://schemas.openxmlformats.org/officeDocument/2006/relationships/hyperlink" Target="http://stackoverflow.com/questions/3624280/how-to-use-sharedpreferences-in-android-to-store-fetch-and-edit-value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oogle-developer-training.github.io/android-developer-fundamentals-course-concepts-v2/unit-4-saving-user-data/lesson-9-preferences-and-settings/9-1-c-shared-preferences/9-1-c-shared-preferences.html" TargetMode="External"/><Relationship Id="rId4" Type="http://schemas.openxmlformats.org/officeDocument/2006/relationships/hyperlink" Target="https://codelabs.developers.google.com/codelabs/android-training-shared-preference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Preferences and settings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9</a:t>
            </a:r>
            <a:endParaRPr/>
          </a:p>
        </p:txBody>
      </p:sp>
      <p:sp>
        <p:nvSpPr>
          <p:cNvPr id="80" name="Google Shape;80;p1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9.1 Shared Preferences</a:t>
            </a:r>
            <a:endParaRPr/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580550"/>
            <a:ext cx="6940800" cy="13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Shared Preferences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Listening to changes</a:t>
            </a:r>
            <a:endParaRPr/>
          </a:p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Shared Preferences?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Read and w</a:t>
            </a:r>
            <a:r>
              <a:rPr lang="en"/>
              <a:t>rite small amounts of primitive data as key/value pairs to a file on the device storage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SharedPreference class provides APIs for reading, writing, and managing this data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Save data in onPaus</a:t>
            </a:r>
            <a:r>
              <a:rPr lang="en"/>
              <a:t>e()</a:t>
            </a:r>
            <a:br>
              <a:rPr lang="en"/>
            </a:br>
            <a:r>
              <a:rPr lang="en"/>
              <a:t>restore in onCreate()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Shared Preferences and Saved Instance State</a:t>
            </a:r>
            <a:endParaRPr sz="3000"/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952300"/>
            <a:ext cx="8620200" cy="12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Small number of key/value pairs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Data is private to the application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Shared Preferences AND Saved Instance State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Shared Preferences vs. Saved Instance State</a:t>
            </a:r>
            <a:endParaRPr sz="3000"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342700"/>
            <a:ext cx="4233600" cy="31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Persist data across user sessions, even if app is killed and restarted, or device is rebooted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that should be remembered across sessions, such as a user's preferred settings or their game score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Common use is to store user preferences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7" name="Google Shape;117;p19"/>
          <p:cNvSpPr txBox="1"/>
          <p:nvPr>
            <p:ph idx="2" type="body"/>
          </p:nvPr>
        </p:nvSpPr>
        <p:spPr>
          <a:xfrm>
            <a:off x="4756200" y="1342700"/>
            <a:ext cx="3999900" cy="31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Preserves state data across activity instances in same user session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that should not be remembered across sessions, such as the currently selected tab or current state of activity.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Common use is to recreate state after the device has been rotated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Shared Preferences vs. Saved Instance State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Shared Preferences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369425"/>
            <a:ext cx="8635800" cy="303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Need only one Shared Preferences file per app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Name it with package name of your app—unique and easy to associate with app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MODE argument for getSharedPreferences() is for backwards compatibility—use only MODE_PRIVATE to be secure</a:t>
            </a:r>
            <a:endParaRPr/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getSharedPreferences()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064625"/>
            <a:ext cx="8635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private String sharedPrefFile =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"com.example.android.hellosharedprefs";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mPreferences =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getSharedPreferences(sharedPrefFile,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MODE_PRIVATE);</a:t>
            </a: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Shared Preferences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445625"/>
            <a:ext cx="8635800" cy="260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SharedPreferences.Editor</a:t>
            </a:r>
            <a:r>
              <a:rPr lang="en"/>
              <a:t> interface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Takes care of all file operations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put methods overwrite if key exists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apply() saves asynchronously and safely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SharedPreferences.Editor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40825"/>
            <a:ext cx="8635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onPause()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super.onPause();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SharedPreferences.Editor preferencesEditor =  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mPreferences.edit();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preferencesEditor.putInt("count", mCount);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preferencesEditor.putInt("color", mCurrentColor);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preferencesEditor.apply();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Restoring Shared Preferences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369425"/>
            <a:ext cx="8635800" cy="278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Restore in onCreate() in Activity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methods take two arguments—the key, and the default value if the key cannot be found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default argument so you do not have to test whether the preference exists in the file</a:t>
            </a:r>
            <a:endParaRPr/>
          </a:p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data in onCreate()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064625"/>
            <a:ext cx="8635800" cy="350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mPreferences = getSharedPreferences(sharedPrefFile, MODE_PRIVATE);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(savedInstanceState != null) {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mCount = mPreferences.getInt("count", 1);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mShowCount.setText(String.format("%s", mCount));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mCurrentColor = mPreferences.getInt("color", mCurrentColor);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mShowCount.setBackgroundColor(mCurrentColor);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mNewText = mPreferences.getString("text", "");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 else { … }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Clearing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369425"/>
            <a:ext cx="8635800" cy="288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 clear() on the SharedPreferences.Editor and apply changes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 can combine calls to put and clear. However, when you apply(),  clear() is always done first, regardless of order!</a:t>
            </a:r>
            <a:endParaRPr/>
          </a:p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clear()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064625"/>
            <a:ext cx="8635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SharedPreferences.Editor preferencesEditor =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mPreferences.edit();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preferencesEditor.clear();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preferencesEditor.apply();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Listening to Changes</a:t>
            </a:r>
            <a:endParaRPr/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Listening to changes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912225"/>
            <a:ext cx="8635800" cy="3585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interface </a:t>
            </a:r>
            <a:r>
              <a:rPr lang="en" u="sng">
                <a:solidFill>
                  <a:schemeClr val="hlink"/>
                </a:solidFill>
                <a:hlinkClick r:id="rId3"/>
              </a:rPr>
              <a:t>SharedPreference.OnSharedPreferenceChangeListener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Register listener with </a:t>
            </a:r>
            <a:r>
              <a:rPr lang="en" u="sng">
                <a:solidFill>
                  <a:schemeClr val="hlink"/>
                </a:solidFill>
                <a:hlinkClick r:id="rId4"/>
              </a:rPr>
              <a:t>registerOnSharedPreferenceChangeListener()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Register and unregister listener in </a:t>
            </a:r>
            <a:r>
              <a:rPr lang="en" u="sng">
                <a:solidFill>
                  <a:schemeClr val="hlink"/>
                </a:solidFill>
                <a:hlinkClick r:id="rId5"/>
              </a:rPr>
              <a:t>onResume()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6"/>
              </a:rPr>
              <a:t>onPause()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on onSharedPreferenceChanged() callback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Interface and</a:t>
            </a:r>
            <a:r>
              <a:rPr lang="en"/>
              <a:t> callback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064625"/>
            <a:ext cx="8635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SettingsActivity extends AppCompatActivity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implements OnSharedPreferenceChangeListener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{ ...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public void onSharedPreferenceChanged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SharedPreferences sharedPreferences, String key)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if (key.equals(MY_KEY))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// Do something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Creating and registering listener</a:t>
            </a:r>
            <a:endParaRPr sz="3000"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064625"/>
            <a:ext cx="8635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SharedPreferences.OnSharedPreferenceChangeListener listener =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new SharedPreferences.OnSharedPreferenceChangeListener()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public void onSharedPreferenceChanged(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SharedPreferences prefs, String key)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// Implement listener here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prefs.registerOnSharedPreferenceChangeListener(listener);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You need a STRONG reference to the listener</a:t>
            </a:r>
            <a:endParaRPr sz="3000"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311700" y="1064625"/>
            <a:ext cx="8635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When registering the listener the preference manager does not store a strong reference to the listener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 must store a strong reference to the listener, or it will be susceptible to garbage collection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Keep a reference to the listener in the instance data of an object that will exist as long as you need the listener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Practical: HelloSharedPrefs 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196400" y="1617550"/>
            <a:ext cx="6245100" cy="23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Shared Preferences to a starter app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 "Reset" button that clears both the app state and the preferences for the app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elloSharedPrefs-screenshot.png" id="217" name="Google Shape;2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2325" y="212500"/>
            <a:ext cx="2500550" cy="444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988425"/>
            <a:ext cx="8635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Saving Data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Storage Options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Saving Key-Value Sets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SharedPreferences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SharedPreferences.Editor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Stackoverflow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8"/>
              </a:rPr>
              <a:t>How to use SharedPreferences in Android to store, fetch and edit values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9"/>
              </a:rPr>
              <a:t>onSavedInstanceState vs. SharedPreferences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35"/>
          <p:cNvSpPr txBox="1"/>
          <p:nvPr/>
        </p:nvSpPr>
        <p:spPr>
          <a:xfrm>
            <a:off x="311700" y="2216125"/>
            <a:ext cx="8520600" cy="1385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9.1 Shared Preferences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9.1 Shared Preferences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237" name="Google Shape;23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