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3"/>
    <p:sldMasterId id="2147483721" r:id="rId4"/>
    <p:sldMasterId id="2147483722" r:id="rId5"/>
    <p:sldMasterId id="2147483723" r:id="rId6"/>
    <p:sldMasterId id="2147483724" r:id="rId7"/>
    <p:sldMasterId id="214748372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1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7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font" Target="fonts/Roboto-regular.fntdata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font" Target="fonts/Roboto-italic.fntdata"/><Relationship Id="rId14" Type="http://schemas.openxmlformats.org/officeDocument/2006/relationships/slide" Target="slides/slide5.xml"/><Relationship Id="rId36" Type="http://schemas.openxmlformats.org/officeDocument/2006/relationships/font" Target="fonts/Roboto-bold.fntdata"/><Relationship Id="rId17" Type="http://schemas.openxmlformats.org/officeDocument/2006/relationships/slide" Target="slides/slide8.xml"/><Relationship Id="rId39" Type="http://schemas.openxmlformats.org/officeDocument/2006/relationships/font" Target="fonts/OpenSans-regular.fntdata"/><Relationship Id="rId16" Type="http://schemas.openxmlformats.org/officeDocument/2006/relationships/slide" Target="slides/slide7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38abdd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38abdd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6d0f2edf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6d0f2edf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838abdd9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838abdd9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5b0c3dd1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5b0c3dd1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838abdd9f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838abdd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838abdd9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838abdd9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838abdd9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838abdd9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38abdd9f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38abdd9f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838abdd9f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838abdd9f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838abdd9f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838abdd9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838abdd9f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838abdd9f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838abdd9f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838abdd9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838abdd9f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838abdd9f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17390595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17390595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838abdd9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838abdd9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17390595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17390595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838abdd9f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838abdd9f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838abdd9f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838abdd9f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838abdd9f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838abdd9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838abdd9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838abdd9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838abdd9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838abdd9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838abdd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838abdd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838abdd9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838abdd9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g"/><Relationship Id="rId3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229275" y="4761375"/>
            <a:ext cx="2403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07225" y="4703998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Support Library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2" name="Google Shape;12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0" name="Google Shape;180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3" name="Google Shape;183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6" name="Google Shape;18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87" name="Google Shape;1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2" name="Google Shape;192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38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95" name="Google Shape;1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6" name="Google Shape;276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7" name="Google Shape;277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" name="Google Shape;280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8" name="Google Shape;288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9" name="Google Shape;28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8" name="Google Shape;298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2" name="Google Shape;302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6" name="Google Shape;306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7" name="Google Shape;307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1" name="Google Shape;311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17" name="Google Shape;317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6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1" name="Google Shape;321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2" name="Google Shape;322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23" name="Google Shape;32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6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0" name="Google Shape;340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1" name="Google Shape;341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4" name="Google Shape;344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8" name="Google Shape;348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49" name="Google Shape;349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2" name="Google Shape;352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3" name="Google Shape;353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2" name="Google Shape;362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6" name="Google Shape;366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4"/>
          <p:cNvSpPr/>
          <p:nvPr/>
        </p:nvSpPr>
        <p:spPr>
          <a:xfrm>
            <a:off x="4572000" y="-125"/>
            <a:ext cx="4572000" cy="46569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0" name="Google Shape;370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1" name="Google Shape;371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75" name="Google Shape;375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8" name="Google Shape;378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9" name="Google Shape;379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1" name="Google Shape;381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82" name="Google Shape;38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77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6" name="Google Shape;386;p77"/>
          <p:cNvSpPr txBox="1"/>
          <p:nvPr>
            <p:ph idx="1" type="subTitle"/>
          </p:nvPr>
        </p:nvSpPr>
        <p:spPr>
          <a:xfrm>
            <a:off x="265500" y="3497911"/>
            <a:ext cx="40452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7" name="Google Shape;387;p77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77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9" name="Google Shape;389;p77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7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1" name="Google Shape;39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1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433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7425" y="4704000"/>
            <a:ext cx="120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Android Support Library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4" name="Google Shape;134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2267500" y="4761375"/>
            <a:ext cx="2338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4407225" y="4703998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Support Library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29274" y="4761375"/>
            <a:ext cx="241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26975" y="4681375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Android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Support Libraries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68" name="Google Shape;268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3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29" name="Google Shape;329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2" name="Google Shape;332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6"/>
          <p:cNvSpPr txBox="1"/>
          <p:nvPr/>
        </p:nvSpPr>
        <p:spPr>
          <a:xfrm>
            <a:off x="2188225" y="4761375"/>
            <a:ext cx="2352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66"/>
          <p:cNvSpPr txBox="1"/>
          <p:nvPr/>
        </p:nvSpPr>
        <p:spPr>
          <a:xfrm>
            <a:off x="4407225" y="4703998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Support Library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topic/libraries/support-library/features.html#v4" TargetMode="External"/><Relationship Id="rId4" Type="http://schemas.openxmlformats.org/officeDocument/2006/relationships/hyperlink" Target="https://developer.android.com/topic/libraries/support-library/features.html#v7-appcompa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support/v7/app/AppCompatActivity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topic/libraries/support-library/features.html#v7-appcompat" TargetMode="External"/><Relationship Id="rId4" Type="http://schemas.openxmlformats.org/officeDocument/2006/relationships/hyperlink" Target="https://developer.android.com/reference/package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topic/libraries/support-library/features.html" TargetMode="External"/><Relationship Id="rId4" Type="http://schemas.openxmlformats.org/officeDocument/2006/relationships/hyperlink" Target="https://developer.android.com/topic/libraries/support-library/features.html#v7-appcompa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topic/libraries/support-library/" TargetMode="External"/><Relationship Id="rId4" Type="http://schemas.openxmlformats.org/officeDocument/2006/relationships/hyperlink" Target="https://developer.android.com/topic/libraries/support-library/setup.html" TargetMode="External"/><Relationship Id="rId5" Type="http://schemas.openxmlformats.org/officeDocument/2006/relationships/hyperlink" Target="https://developer.android.com/topic/libraries/support-library/features.html" TargetMode="External"/><Relationship Id="rId6" Type="http://schemas.openxmlformats.org/officeDocument/2006/relationships/hyperlink" Target="https://developer.android.com/reference/packages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oogle-developer-training.github.io/android-developer-fundamentals-course-concepts-v2/unit-1-get-started/lesson-3-testing,-debugging,-and-using-support-libraries/3-3-c-the-android-support-library/3-3-c-the-android-support-library.html" TargetMode="External"/><Relationship Id="rId4" Type="http://schemas.openxmlformats.org/officeDocument/2006/relationships/hyperlink" Target="https://codelabs.developers.google.com/codelabs/android-training-support-librarie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7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79"/>
          <p:cNvSpPr txBox="1"/>
          <p:nvPr>
            <p:ph type="title"/>
          </p:nvPr>
        </p:nvSpPr>
        <p:spPr>
          <a:xfrm>
            <a:off x="265500" y="1427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Testing, debugging, and using support libraries</a:t>
            </a:r>
            <a:endParaRPr sz="3000"/>
          </a:p>
        </p:txBody>
      </p:sp>
      <p:sp>
        <p:nvSpPr>
          <p:cNvPr id="401" name="Google Shape;401;p79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79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03" name="Google Shape;403;p79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3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0"/>
          <p:cNvSpPr txBox="1"/>
          <p:nvPr>
            <p:ph type="ctrTitle"/>
          </p:nvPr>
        </p:nvSpPr>
        <p:spPr>
          <a:xfrm>
            <a:off x="311700" y="778202"/>
            <a:ext cx="8520600" cy="25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3.3 The Android Support Library</a:t>
            </a:r>
            <a:endParaRPr/>
          </a:p>
        </p:txBody>
      </p:sp>
      <p:sp>
        <p:nvSpPr>
          <p:cNvPr id="409" name="Google Shape;409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5" name="Google Shape;415;p81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What are the Android support libraries?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Features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Selected libraries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Setting up and using support libraries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6" name="Google Shape;416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What are the Android support libraries?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2" name="Google Shape;422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8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More than 25 libraries in the Android SDK that provide features not built into the Android framework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3"/>
          <p:cNvSpPr txBox="1"/>
          <p:nvPr>
            <p:ph type="title"/>
          </p:nvPr>
        </p:nvSpPr>
        <p:spPr>
          <a:xfrm>
            <a:off x="265500" y="841075"/>
            <a:ext cx="4045200" cy="18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Features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429" name="Google Shape;429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Support library features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5" name="Google Shape;43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Support libraries provide:</a:t>
            </a:r>
            <a:endParaRPr/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Backward-compatible versions of components</a:t>
            </a:r>
            <a:endParaRPr/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Additional layout and UI elements, such as RecyclerView</a:t>
            </a:r>
            <a:endParaRPr/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Different form factors, such as TV, wearables</a:t>
            </a:r>
            <a:endParaRPr/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Material design and other new UI components for older Android versions</a:t>
            </a:r>
            <a:endParaRPr/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 more….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Backward compatibility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2" name="Google Shape;44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8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Always use the the support library version of a component if one is available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need to create different app versions for different versions of Android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System picks the best version of the component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Support libraries versions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9" name="Google Shape;449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8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Libraries for Android 2.3 (API level 9) and higher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Recommended you include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v4 support</a:t>
            </a:r>
            <a:r>
              <a:rPr lang="en">
                <a:solidFill>
                  <a:schemeClr val="dk1"/>
                </a:solidFill>
              </a:rPr>
              <a:t> and </a:t>
            </a:r>
            <a:br>
              <a:rPr lang="en">
                <a:solidFill>
                  <a:schemeClr val="dk1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4"/>
              </a:rPr>
              <a:t>v7 appcompat</a:t>
            </a:r>
            <a:r>
              <a:rPr lang="en">
                <a:solidFill>
                  <a:schemeClr val="dk1"/>
                </a:solidFill>
              </a:rPr>
              <a:t> libraries for the features your app uses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7"/>
          <p:cNvSpPr txBox="1"/>
          <p:nvPr>
            <p:ph type="title"/>
          </p:nvPr>
        </p:nvSpPr>
        <p:spPr>
          <a:xfrm>
            <a:off x="265500" y="841075"/>
            <a:ext cx="4045200" cy="18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Libraries 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456" name="Google Shape;456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v4 Support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2" name="Google Shape;462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8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Largest set of APIs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App components, UI features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Data handling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Network connectivity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Programming utilities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v4 Support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9" name="Google Shape;469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8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compat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compatibility wrappers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core-utils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utility classes (eg., AsyncTaskLoader)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core-ui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variety of UI components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media-compat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back ports of media framework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fragment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UI component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v7 Support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6" name="Google Shape;476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9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Backwards compatibility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TV-specific components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UI components and layouts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Google Cast support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Color palette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Preferences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v7 Support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3" name="Google Shape;483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91"/>
          <p:cNvSpPr txBox="1"/>
          <p:nvPr>
            <p:ph idx="1" type="body"/>
          </p:nvPr>
        </p:nvSpPr>
        <p:spPr>
          <a:xfrm>
            <a:off x="311700" y="1076275"/>
            <a:ext cx="86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appcompat—compatibility wrappers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cardview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new UI component (material design)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gridlayout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rectangular cell (matrix) Layout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mediarouter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route A/V streams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palette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extracting color from an image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recyclerview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efficient scrolling view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preference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—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modifying UI settings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v7 appcompat library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0" name="Google Shape;490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9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ActionBar and sharing actions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You should always include this library and make </a:t>
            </a:r>
            <a:r>
              <a:rPr lang="en" u="sng">
                <a:solidFill>
                  <a:schemeClr val="hlink"/>
                </a:solidFill>
                <a:hlinkClick r:id="rId3"/>
              </a:rPr>
              <a:t>AppCompatActivity</a:t>
            </a:r>
            <a:r>
              <a:rPr lang="en">
                <a:solidFill>
                  <a:schemeClr val="dk1"/>
                </a:solidFill>
              </a:rPr>
              <a:t> the parent of your activities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com.android.support:appcompat-v7:2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.1</a:t>
            </a:r>
            <a:endParaRPr sz="1800">
              <a:solidFill>
                <a:srgbClr val="000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Complete list of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7" name="Google Shape;497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9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… and many more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For latest libraries and versions of libraries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Support Library Features documentation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Reference </a:t>
            </a:r>
            <a:r>
              <a:rPr lang="en"/>
              <a:t>(all packages that start with android.support)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4"/>
          <p:cNvSpPr txBox="1"/>
          <p:nvPr>
            <p:ph type="title"/>
          </p:nvPr>
        </p:nvSpPr>
        <p:spPr>
          <a:xfrm>
            <a:off x="265500" y="841075"/>
            <a:ext cx="4045200" cy="18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Using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 support libraries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504" name="Google Shape;504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Support libraries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0" name="Google Shape;510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95"/>
          <p:cNvSpPr txBox="1"/>
          <p:nvPr>
            <p:ph idx="1" type="body"/>
          </p:nvPr>
        </p:nvSpPr>
        <p:spPr>
          <a:xfrm>
            <a:off x="311700" y="1076275"/>
            <a:ext cx="86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Part of Android SDK and available through SDK Manager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In Android Studio, locally stored in Android Support Repository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Include in build.gradle of module to use with your project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Start SDK Manager in Android Studio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7" name="Google Shape;517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8" name="Google Shape;518;p96"/>
          <p:cNvGrpSpPr/>
          <p:nvPr/>
        </p:nvGrpSpPr>
        <p:grpSpPr>
          <a:xfrm>
            <a:off x="5242749" y="1198625"/>
            <a:ext cx="3726650" cy="2603850"/>
            <a:chOff x="4980599" y="1186200"/>
            <a:chExt cx="3726650" cy="2603850"/>
          </a:xfrm>
        </p:grpSpPr>
        <p:pic>
          <p:nvPicPr>
            <p:cNvPr id="519" name="Google Shape;519;p96"/>
            <p:cNvPicPr preferRelativeResize="0"/>
            <p:nvPr/>
          </p:nvPicPr>
          <p:blipFill rotWithShape="1">
            <a:blip r:embed="rId3">
              <a:alphaModFix/>
            </a:blip>
            <a:srcRect b="16289" l="54940" r="0" t="0"/>
            <a:stretch/>
          </p:blipFill>
          <p:spPr>
            <a:xfrm>
              <a:off x="4980600" y="1186200"/>
              <a:ext cx="3726650" cy="2603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96"/>
            <p:cNvSpPr/>
            <p:nvPr/>
          </p:nvSpPr>
          <p:spPr>
            <a:xfrm>
              <a:off x="6967180" y="1190556"/>
              <a:ext cx="1740000" cy="1352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6"/>
            <p:cNvSpPr/>
            <p:nvPr/>
          </p:nvSpPr>
          <p:spPr>
            <a:xfrm>
              <a:off x="4980599" y="2723726"/>
              <a:ext cx="1986600" cy="106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96"/>
          <p:cNvSpPr txBox="1"/>
          <p:nvPr/>
        </p:nvSpPr>
        <p:spPr>
          <a:xfrm>
            <a:off x="119750" y="1387800"/>
            <a:ext cx="4987800" cy="30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Tools &gt; Android &gt; SDK Manager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c_sdk_mgr.png" id="523" name="Google Shape;52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250" y="1969850"/>
            <a:ext cx="657825" cy="6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150" y="1039713"/>
            <a:ext cx="5184997" cy="3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Find the Android Support Library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0" name="Google Shape;530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97"/>
          <p:cNvSpPr/>
          <p:nvPr/>
        </p:nvSpPr>
        <p:spPr>
          <a:xfrm>
            <a:off x="5498644" y="3853487"/>
            <a:ext cx="2796900" cy="1551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7"/>
          <p:cNvSpPr txBox="1"/>
          <p:nvPr/>
        </p:nvSpPr>
        <p:spPr>
          <a:xfrm>
            <a:off x="147925" y="1183500"/>
            <a:ext cx="3325200" cy="3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SDK Tools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Android Support Repository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Must be I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nstalled</a:t>
            </a:r>
            <a:br>
              <a:rPr b="1" lang="en">
                <a:latin typeface="Roboto"/>
                <a:ea typeface="Roboto"/>
                <a:cs typeface="Roboto"/>
                <a:sym typeface="Roboto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</a:t>
            </a:r>
            <a:r>
              <a:rPr b="1" lang="en"/>
              <a:t>Not Installed</a:t>
            </a:r>
            <a:r>
              <a:rPr lang="en"/>
              <a:t> or </a:t>
            </a:r>
            <a:r>
              <a:rPr b="1" lang="en"/>
              <a:t>Update Available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Check checkbox and </a:t>
            </a:r>
            <a:r>
              <a:rPr b="1" lang="en"/>
              <a:t>Apply</a:t>
            </a:r>
            <a:endParaRPr/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 dialog, confirm components and click </a:t>
            </a:r>
            <a:r>
              <a:rPr b="1" lang="en"/>
              <a:t>OK</a:t>
            </a:r>
            <a:r>
              <a:rPr lang="en"/>
              <a:t> to install</a:t>
            </a:r>
            <a:endParaRPr/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When done, click </a:t>
            </a:r>
            <a:r>
              <a:rPr b="1" lang="en"/>
              <a:t>Finish</a:t>
            </a:r>
            <a:endParaRPr/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Verify that it is </a:t>
            </a:r>
            <a:r>
              <a:rPr b="1" lang="en"/>
              <a:t>Installed</a:t>
            </a:r>
            <a:r>
              <a:rPr lang="en"/>
              <a:t> now</a:t>
            </a:r>
            <a:endParaRPr/>
          </a:p>
        </p:txBody>
      </p:sp>
      <p:sp>
        <p:nvSpPr>
          <p:cNvPr id="533" name="Google Shape;533;p97"/>
          <p:cNvSpPr/>
          <p:nvPr/>
        </p:nvSpPr>
        <p:spPr>
          <a:xfrm>
            <a:off x="6769100" y="1623000"/>
            <a:ext cx="548700" cy="1551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Find the dependency identifier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9" name="Google Shape;539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98"/>
          <p:cNvSpPr txBox="1"/>
          <p:nvPr>
            <p:ph idx="1" type="body"/>
          </p:nvPr>
        </p:nvSpPr>
        <p:spPr>
          <a:xfrm>
            <a:off x="311700" y="1076275"/>
            <a:ext cx="86577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Open </a:t>
            </a:r>
            <a:r>
              <a:rPr lang="en" u="sng">
                <a:solidFill>
                  <a:schemeClr val="hlink"/>
                </a:solidFill>
                <a:hlinkClick r:id="rId3"/>
              </a:rPr>
              <a:t>Support Library Features</a:t>
            </a:r>
            <a:r>
              <a:rPr lang="en">
                <a:solidFill>
                  <a:schemeClr val="dk1"/>
                </a:solidFill>
              </a:rPr>
              <a:t> page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Find the feature you want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 For example, the recommended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v7 appcompat</a:t>
            </a:r>
            <a:r>
              <a:rPr lang="en" sz="2400">
                <a:solidFill>
                  <a:schemeClr val="dk1"/>
                </a:solidFill>
              </a:rPr>
              <a:t> library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Copy the build script dependency identifier for the library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com.android.support:appcompat-v7:26.1.0</a:t>
            </a:r>
            <a:endParaRPr sz="1800">
              <a:solidFill>
                <a:srgbClr val="00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Add dependency to build.gradle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6" name="Google Shape;546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99"/>
          <p:cNvSpPr txBox="1"/>
          <p:nvPr>
            <p:ph idx="1" type="body"/>
          </p:nvPr>
        </p:nvSpPr>
        <p:spPr>
          <a:xfrm>
            <a:off x="311700" y="1076275"/>
            <a:ext cx="83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open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build.gradle (Module: app)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dependencies</a:t>
            </a:r>
            <a:r>
              <a:rPr lang="en"/>
              <a:t> section, add dependency for support library if not already included from template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mplementation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'com.android.support:appcompat-v7:26.1.0'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Update the version number, if prompted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Sync Now</a:t>
            </a:r>
            <a:r>
              <a:rPr lang="en"/>
              <a:t> when prompted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0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Updated build.gradle (Module: app)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100"/>
          <p:cNvSpPr txBox="1"/>
          <p:nvPr>
            <p:ph idx="1" type="body"/>
          </p:nvPr>
        </p:nvSpPr>
        <p:spPr>
          <a:xfrm>
            <a:off x="311700" y="1076275"/>
            <a:ext cx="86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implementation fileTree(dir: 'libs', include: ['*.jar'])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implementation 'com.android.support:appcompat-v7:26.1.0'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implementation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'com.android.support.constraint:constraint-layout:1.0.2'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testImplementation 'junit:junit:4.12'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androidTestImplementation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     'com.android.support.test:runner:1.0.1'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androidTestImplementation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'com.android.support.test.espresso:espresso-core:3.0.1'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60" name="Google Shape;560;p101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Support Library</a:t>
            </a:r>
            <a:r>
              <a:rPr lang="en"/>
              <a:t> (introduction)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Support Library Setup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Support Library Features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API Reference </a:t>
            </a:r>
            <a:r>
              <a:rPr lang="en"/>
              <a:t>(all packages that start with android.support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0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67" name="Google Shape;567;p102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102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3.3 The Android Support Library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3.3 Support libraries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74" name="Google Shape;574;p10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10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