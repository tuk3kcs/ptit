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13FCF-0C55-624B-31EF-F9674B79E1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457707-E48B-1D97-02A8-E545B99CCF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CBF9B-DF65-34FE-0E2E-A318429B7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E7E71B-BA5D-910D-7310-128AD3786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EB2EF-E522-BE09-9087-4C67D74AB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822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692FB-ECEA-6CD2-8486-7A9B3CEFF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C9D0F-1657-D654-DC2D-5167AFA4B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156D05-A41E-C85F-2987-E416CEC3B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EFB2F8-F8A1-9AFD-52E6-A7A991B43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2EBA0-6569-6A96-7D62-2E68FD2B8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235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C1CA9-4E4C-528C-09A8-0F9D5E059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3C98F-541F-41E4-5531-F0297EE90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D8E4A-22D7-EE9F-D61F-58ACC40E9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77B6B-4083-588E-7790-7EED5729B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2350BA-79AA-072B-9249-1C62FE8FC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604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8F72E-4050-1D68-6223-45BA7C1B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1690C-1A24-C9A2-9CBF-B9601755F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1DCC41-4840-A504-2237-3E30763233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113428-600B-1978-302B-56D906636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4ADA6D-F7CA-80D9-DCF3-1E88B3E4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93B9C3-844E-07B2-602B-EE593C952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291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E1C6B-F268-A6DB-C6D6-31736D90A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5744DA-91A2-FB65-C0DD-1345396F01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0B4DA7-F3C3-BBA1-9527-8C1FCED73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4C2AAF-CAA6-A25E-7783-570B142504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4160CC-0898-0318-B713-ADC3DE8BD1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221698-D0B3-AB77-17D0-27F21B98F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38524A-C5D5-F829-118E-10A8F2945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33C4BA-FDAD-4CCD-F7D2-3E99CDA6A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066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78C83-E761-E378-6B07-9C898001B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946A67-012B-F3C8-DA1E-CD90A4F06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CD317F-4711-89F7-2B9A-B60F9F52F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2926B5-F723-B311-259F-85813992F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9412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FF8C04-E893-50B0-5207-0D61D26CC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926B43-70A1-5114-9CD2-BA05F26E6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FE7DB-C3C2-7AE7-457E-4DA42082B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0778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6FF29-A2A6-19AF-802C-E94B7A15F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4DD72-9488-C564-C5A1-1AD6DA7AE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B2BF30-A310-70AA-934B-DE821F22EC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DB2EB2-C092-FFE1-8673-BD3765133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B77D7E-67DE-FB56-67B5-C74FF691A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E516C-FD7E-975E-C7F2-5AA7ECE5F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985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77F12-829E-70B1-211D-1633E3D03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67AE43-2B22-CA31-6E31-8D5A452AA7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C693CD-2062-0258-C398-58C213EEA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D045B9-299F-1D28-7733-6FE349B51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29EBA-CC72-9471-AB5B-843C0FBC1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B4B8D3-13FC-6DF4-8A33-A4CDE8AA8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260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C3155-18D4-3291-F3FB-6630923C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629492-8DCC-A38E-B5A4-2E03C31B41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93D78-E2CA-217D-84BE-30187477A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122AF9-1F6A-57C4-CFF5-78A03ADCE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5624C9-2609-DA05-0425-95CE1AAEE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464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784A9E-63B7-3CD1-350C-4368CDB254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23ADF8-9812-9289-5364-67AD478030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A56F5-EB90-D7E2-D0CA-B3E403204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EC273-462E-4ED3-811C-9B6E16FABB30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A37D9D-A440-2280-19CB-AB0F8F308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E5CA7-8A6B-40C0-D040-673F9FBF4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29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5707C-295F-1B77-50D2-F2506040B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1D1BA0-6784-1110-603F-7ED47190D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434C86-E742-46CB-F19E-61311CB3D0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EC273-462E-4ED3-811C-9B6E16FABB30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AC0B25-4EFE-22B2-B440-169B453C5E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DBFBF-F0AC-086A-5960-644C933C65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E96E23-5703-4816-AC99-41D52548E7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396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F3324E0-2CF3-A16B-CA9C-757FE11AED72}"/>
              </a:ext>
            </a:extLst>
          </p:cNvPr>
          <p:cNvSpPr txBox="1"/>
          <p:nvPr/>
        </p:nvSpPr>
        <p:spPr>
          <a:xfrm>
            <a:off x="4992973" y="1243584"/>
            <a:ext cx="22060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 err="1"/>
              <a:t>Đăng</a:t>
            </a:r>
            <a:r>
              <a:rPr lang="en-US" sz="3600" dirty="0"/>
              <a:t> </a:t>
            </a:r>
            <a:r>
              <a:rPr lang="en-US" sz="3600" dirty="0" err="1"/>
              <a:t>nhập</a:t>
            </a:r>
            <a:endParaRPr lang="en-US" sz="3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B2BCBB-66F2-8825-AA38-95266F547B64}"/>
              </a:ext>
            </a:extLst>
          </p:cNvPr>
          <p:cNvSpPr txBox="1"/>
          <p:nvPr/>
        </p:nvSpPr>
        <p:spPr>
          <a:xfrm>
            <a:off x="2900584" y="2325469"/>
            <a:ext cx="23248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 err="1"/>
              <a:t>Tên</a:t>
            </a:r>
            <a:r>
              <a:rPr lang="en-US" sz="2800" dirty="0"/>
              <a:t> </a:t>
            </a:r>
            <a:r>
              <a:rPr lang="en-US" sz="2800" dirty="0" err="1"/>
              <a:t>đăng</a:t>
            </a:r>
            <a:r>
              <a:rPr lang="en-US" sz="2800" dirty="0"/>
              <a:t> </a:t>
            </a:r>
            <a:r>
              <a:rPr lang="en-US" sz="2800" dirty="0" err="1"/>
              <a:t>nhập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DF8196-F3FB-5DD6-E15D-54C14107AB7D}"/>
              </a:ext>
            </a:extLst>
          </p:cNvPr>
          <p:cNvSpPr txBox="1"/>
          <p:nvPr/>
        </p:nvSpPr>
        <p:spPr>
          <a:xfrm>
            <a:off x="2900584" y="3167390"/>
            <a:ext cx="15759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 err="1"/>
              <a:t>Mật</a:t>
            </a:r>
            <a:r>
              <a:rPr lang="en-US" sz="2800" dirty="0"/>
              <a:t> </a:t>
            </a:r>
            <a:r>
              <a:rPr lang="en-US" sz="2800" dirty="0" err="1"/>
              <a:t>khẩu</a:t>
            </a:r>
            <a:endParaRPr lang="en-US" sz="28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198BB7-4033-2ACC-4FA1-5F6FF223ED20}"/>
              </a:ext>
            </a:extLst>
          </p:cNvPr>
          <p:cNvSpPr/>
          <p:nvPr/>
        </p:nvSpPr>
        <p:spPr>
          <a:xfrm>
            <a:off x="6284626" y="2325469"/>
            <a:ext cx="3006790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4710DA-0CB6-F2E7-1C45-ADF55FF1BFEB}"/>
              </a:ext>
            </a:extLst>
          </p:cNvPr>
          <p:cNvSpPr/>
          <p:nvPr/>
        </p:nvSpPr>
        <p:spPr>
          <a:xfrm>
            <a:off x="6284626" y="3167390"/>
            <a:ext cx="3006790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C06292-564C-ED7C-7381-6C73FC6BEFC9}"/>
              </a:ext>
            </a:extLst>
          </p:cNvPr>
          <p:cNvSpPr txBox="1"/>
          <p:nvPr/>
        </p:nvSpPr>
        <p:spPr>
          <a:xfrm>
            <a:off x="5225387" y="4338495"/>
            <a:ext cx="1758815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800" dirty="0" err="1"/>
              <a:t>Đăng</a:t>
            </a:r>
            <a:r>
              <a:rPr lang="en-US" sz="2800" dirty="0"/>
              <a:t> </a:t>
            </a:r>
            <a:r>
              <a:rPr lang="en-US" sz="2800" dirty="0" err="1"/>
              <a:t>nhập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134580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F28B7D-2BA3-CE99-EFA1-6460735470C6}"/>
              </a:ext>
            </a:extLst>
          </p:cNvPr>
          <p:cNvSpPr txBox="1"/>
          <p:nvPr/>
        </p:nvSpPr>
        <p:spPr>
          <a:xfrm>
            <a:off x="384485" y="246888"/>
            <a:ext cx="7271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Quản </a:t>
            </a:r>
            <a:r>
              <a:rPr lang="en-US" sz="3600" dirty="0" err="1"/>
              <a:t>lý</a:t>
            </a:r>
            <a:r>
              <a:rPr lang="en-US" sz="3600" dirty="0"/>
              <a:t> </a:t>
            </a:r>
            <a:r>
              <a:rPr lang="en-US" sz="3600" dirty="0" err="1"/>
              <a:t>hệ</a:t>
            </a:r>
            <a:r>
              <a:rPr lang="en-US" sz="3600" dirty="0"/>
              <a:t> </a:t>
            </a:r>
            <a:r>
              <a:rPr lang="en-US" sz="3600" dirty="0" err="1"/>
              <a:t>thống</a:t>
            </a:r>
            <a:r>
              <a:rPr lang="en-US" sz="3600" dirty="0"/>
              <a:t> </a:t>
            </a:r>
            <a:r>
              <a:rPr lang="en-US" sz="3600" dirty="0" err="1"/>
              <a:t>cho</a:t>
            </a:r>
            <a:r>
              <a:rPr lang="en-US" sz="3600" dirty="0"/>
              <a:t> </a:t>
            </a:r>
            <a:r>
              <a:rPr lang="en-US" sz="3600" dirty="0" err="1"/>
              <a:t>thuê</a:t>
            </a:r>
            <a:r>
              <a:rPr lang="en-US" sz="3600" dirty="0"/>
              <a:t> </a:t>
            </a:r>
            <a:r>
              <a:rPr lang="en-US" sz="3600" dirty="0" err="1"/>
              <a:t>trang</a:t>
            </a:r>
            <a:r>
              <a:rPr lang="en-US" sz="3600" dirty="0"/>
              <a:t> </a:t>
            </a:r>
            <a:r>
              <a:rPr lang="en-US" sz="3600" dirty="0" err="1"/>
              <a:t>phục</a:t>
            </a:r>
            <a:endParaRPr lang="en-US"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A8D7BE-AFED-79A6-5F3D-D6A7819D3555}"/>
              </a:ext>
            </a:extLst>
          </p:cNvPr>
          <p:cNvSpPr txBox="1"/>
          <p:nvPr/>
        </p:nvSpPr>
        <p:spPr>
          <a:xfrm>
            <a:off x="8293608" y="1298448"/>
            <a:ext cx="23069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400" dirty="0" err="1"/>
              <a:t>Tên</a:t>
            </a:r>
            <a:r>
              <a:rPr lang="en-US" sz="2400" dirty="0"/>
              <a:t> </a:t>
            </a:r>
            <a:r>
              <a:rPr lang="en-US" sz="2400" dirty="0" err="1"/>
              <a:t>đăng</a:t>
            </a:r>
            <a:r>
              <a:rPr lang="en-US" sz="2400" dirty="0"/>
              <a:t> </a:t>
            </a:r>
            <a:r>
              <a:rPr lang="en-US" sz="2400" dirty="0" err="1"/>
              <a:t>nhập</a:t>
            </a:r>
            <a:endParaRPr lang="en-US" sz="2400" dirty="0"/>
          </a:p>
          <a:p>
            <a:pPr marL="285750" indent="-285750">
              <a:buFontTx/>
              <a:buChar char="-"/>
            </a:pPr>
            <a:r>
              <a:rPr lang="en-US" sz="2400" dirty="0" err="1"/>
              <a:t>Họ</a:t>
            </a:r>
            <a:r>
              <a:rPr lang="en-US" sz="2400" dirty="0"/>
              <a:t> </a:t>
            </a:r>
            <a:r>
              <a:rPr lang="en-US" sz="2400" dirty="0" err="1"/>
              <a:t>tên</a:t>
            </a:r>
            <a:endParaRPr lang="en-US" sz="2400" dirty="0"/>
          </a:p>
          <a:p>
            <a:pPr marL="285750" indent="-285750">
              <a:buFontTx/>
              <a:buChar char="-"/>
            </a:pPr>
            <a:r>
              <a:rPr lang="en-US" sz="2400" dirty="0" err="1"/>
              <a:t>Chức</a:t>
            </a:r>
            <a:r>
              <a:rPr lang="en-US" sz="2400" dirty="0"/>
              <a:t> </a:t>
            </a:r>
            <a:r>
              <a:rPr lang="en-US" sz="2400" dirty="0" err="1"/>
              <a:t>vụ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3051B3-6957-C529-7B4F-26E117270474}"/>
              </a:ext>
            </a:extLst>
          </p:cNvPr>
          <p:cNvSpPr txBox="1"/>
          <p:nvPr/>
        </p:nvSpPr>
        <p:spPr>
          <a:xfrm>
            <a:off x="8050399" y="2674287"/>
            <a:ext cx="15769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Đổi</a:t>
            </a:r>
            <a:r>
              <a:rPr lang="en-US" sz="2000" dirty="0"/>
              <a:t> </a:t>
            </a:r>
            <a:r>
              <a:rPr lang="en-US" sz="2000" dirty="0" err="1"/>
              <a:t>mật</a:t>
            </a:r>
            <a:r>
              <a:rPr lang="en-US" sz="2000" dirty="0"/>
              <a:t> </a:t>
            </a:r>
            <a:r>
              <a:rPr lang="en-US" sz="2000" dirty="0" err="1"/>
              <a:t>khẩu</a:t>
            </a: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5936F1-373F-7BAC-1E43-0AC961EEABEE}"/>
              </a:ext>
            </a:extLst>
          </p:cNvPr>
          <p:cNvSpPr txBox="1"/>
          <p:nvPr/>
        </p:nvSpPr>
        <p:spPr>
          <a:xfrm>
            <a:off x="9730529" y="2674287"/>
            <a:ext cx="1231363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Đăng</a:t>
            </a:r>
            <a:r>
              <a:rPr lang="en-US" sz="2000" dirty="0"/>
              <a:t> </a:t>
            </a:r>
            <a:r>
              <a:rPr lang="en-US" sz="2000" dirty="0" err="1"/>
              <a:t>xuất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A8EC45-22C9-DCD2-8E03-E3B7F4B8B271}"/>
              </a:ext>
            </a:extLst>
          </p:cNvPr>
          <p:cNvSpPr txBox="1"/>
          <p:nvPr/>
        </p:nvSpPr>
        <p:spPr>
          <a:xfrm>
            <a:off x="976169" y="1898612"/>
            <a:ext cx="394665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Quản </a:t>
            </a:r>
            <a:r>
              <a:rPr lang="en-US" sz="2000" dirty="0" err="1"/>
              <a:t>lý</a:t>
            </a:r>
            <a:r>
              <a:rPr lang="en-US" sz="2000" dirty="0"/>
              <a:t> </a:t>
            </a:r>
            <a:r>
              <a:rPr lang="en-US" sz="2000" dirty="0" err="1"/>
              <a:t>thông</a:t>
            </a:r>
            <a:r>
              <a:rPr lang="en-US" sz="2000" dirty="0"/>
              <a:t> tin </a:t>
            </a:r>
            <a:r>
              <a:rPr lang="en-US" sz="2000" dirty="0" err="1"/>
              <a:t>nhà</a:t>
            </a:r>
            <a:r>
              <a:rPr lang="en-US" sz="2000" dirty="0"/>
              <a:t> </a:t>
            </a:r>
            <a:r>
              <a:rPr lang="en-US" sz="2000" dirty="0" err="1"/>
              <a:t>cung</a:t>
            </a:r>
            <a:r>
              <a:rPr lang="en-US" sz="2000" dirty="0"/>
              <a:t> </a:t>
            </a:r>
            <a:r>
              <a:rPr lang="en-US" sz="2000" dirty="0" err="1"/>
              <a:t>cấp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72894B-9ED1-38F0-DE3E-2E0F006F3999}"/>
              </a:ext>
            </a:extLst>
          </p:cNvPr>
          <p:cNvSpPr txBox="1"/>
          <p:nvPr/>
        </p:nvSpPr>
        <p:spPr>
          <a:xfrm>
            <a:off x="976169" y="1298448"/>
            <a:ext cx="15103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Chức</a:t>
            </a:r>
            <a:r>
              <a:rPr lang="en-US" sz="2400" dirty="0"/>
              <a:t> </a:t>
            </a:r>
            <a:r>
              <a:rPr lang="en-US" sz="2400" dirty="0" err="1"/>
              <a:t>năng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70AB04-4EBB-E583-2C5D-D1A1F2D28A64}"/>
              </a:ext>
            </a:extLst>
          </p:cNvPr>
          <p:cNvSpPr txBox="1"/>
          <p:nvPr/>
        </p:nvSpPr>
        <p:spPr>
          <a:xfrm>
            <a:off x="976169" y="2437221"/>
            <a:ext cx="394665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000" dirty="0" err="1"/>
              <a:t>Nhập</a:t>
            </a:r>
            <a:r>
              <a:rPr lang="en-US" sz="2000" dirty="0"/>
              <a:t> </a:t>
            </a:r>
            <a:r>
              <a:rPr lang="en-US" sz="2000" dirty="0" err="1"/>
              <a:t>trang</a:t>
            </a:r>
            <a:r>
              <a:rPr lang="en-US" sz="2000" dirty="0"/>
              <a:t> </a:t>
            </a:r>
            <a:r>
              <a:rPr lang="en-US" sz="2000" dirty="0" err="1"/>
              <a:t>phục</a:t>
            </a:r>
            <a:r>
              <a:rPr lang="en-US" sz="2000" dirty="0"/>
              <a:t> </a:t>
            </a:r>
            <a:r>
              <a:rPr lang="en-US" sz="2000" dirty="0" err="1"/>
              <a:t>về</a:t>
            </a:r>
            <a:r>
              <a:rPr lang="en-US" sz="2000" dirty="0"/>
              <a:t> </a:t>
            </a:r>
            <a:r>
              <a:rPr lang="en-US" sz="2000" dirty="0" err="1"/>
              <a:t>từ</a:t>
            </a:r>
            <a:r>
              <a:rPr lang="en-US" sz="2000" dirty="0"/>
              <a:t> </a:t>
            </a:r>
            <a:r>
              <a:rPr lang="en-US" sz="2000" dirty="0" err="1"/>
              <a:t>nhà</a:t>
            </a:r>
            <a:r>
              <a:rPr lang="en-US" sz="2000" dirty="0"/>
              <a:t> </a:t>
            </a:r>
            <a:r>
              <a:rPr lang="en-US" sz="2000" dirty="0" err="1"/>
              <a:t>cung</a:t>
            </a:r>
            <a:r>
              <a:rPr lang="en-US" sz="2000" dirty="0"/>
              <a:t> </a:t>
            </a:r>
            <a:r>
              <a:rPr lang="en-US" sz="2000" dirty="0" err="1"/>
              <a:t>cấp</a:t>
            </a:r>
            <a:endParaRPr 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2E216E-E681-8C63-BF2D-B0B7BC33F118}"/>
              </a:ext>
            </a:extLst>
          </p:cNvPr>
          <p:cNvSpPr txBox="1"/>
          <p:nvPr/>
        </p:nvSpPr>
        <p:spPr>
          <a:xfrm>
            <a:off x="976169" y="2975830"/>
            <a:ext cx="394665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 err="1"/>
              <a:t>Thống</a:t>
            </a:r>
            <a:r>
              <a:rPr lang="en-US" sz="2000" dirty="0"/>
              <a:t> </a:t>
            </a:r>
            <a:r>
              <a:rPr lang="en-US" sz="2000" dirty="0" err="1"/>
              <a:t>kê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55169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62388F-77AA-5761-3351-DADE79B23558}"/>
              </a:ext>
            </a:extLst>
          </p:cNvPr>
          <p:cNvSpPr txBox="1"/>
          <p:nvPr/>
        </p:nvSpPr>
        <p:spPr>
          <a:xfrm>
            <a:off x="384485" y="246888"/>
            <a:ext cx="5999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Quản </a:t>
            </a:r>
            <a:r>
              <a:rPr lang="en-US" sz="3600" dirty="0" err="1"/>
              <a:t>lý</a:t>
            </a:r>
            <a:r>
              <a:rPr lang="en-US" sz="3600" dirty="0"/>
              <a:t> </a:t>
            </a:r>
            <a:r>
              <a:rPr lang="en-US" sz="3600" dirty="0" err="1"/>
              <a:t>thông</a:t>
            </a:r>
            <a:r>
              <a:rPr lang="en-US" sz="3600" dirty="0"/>
              <a:t> tin </a:t>
            </a:r>
            <a:r>
              <a:rPr lang="en-US" sz="3600" dirty="0" err="1"/>
              <a:t>nhà</a:t>
            </a:r>
            <a:r>
              <a:rPr lang="en-US" sz="3600" dirty="0"/>
              <a:t> </a:t>
            </a:r>
            <a:r>
              <a:rPr lang="en-US" sz="3600" dirty="0" err="1"/>
              <a:t>cung</a:t>
            </a:r>
            <a:r>
              <a:rPr lang="en-US" sz="3600" dirty="0"/>
              <a:t> </a:t>
            </a:r>
            <a:r>
              <a:rPr lang="en-US" sz="3600" dirty="0" err="1"/>
              <a:t>cấp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812EFA-E73C-87FD-9854-6D09D0FD929B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047322-88B0-AB70-3539-344E9C41A1B1}"/>
              </a:ext>
            </a:extLst>
          </p:cNvPr>
          <p:cNvSpPr txBox="1"/>
          <p:nvPr/>
        </p:nvSpPr>
        <p:spPr>
          <a:xfrm>
            <a:off x="384485" y="1756838"/>
            <a:ext cx="9591619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2FA6A4-0E82-0332-4F99-5D903CDB8DEB}"/>
              </a:ext>
            </a:extLst>
          </p:cNvPr>
          <p:cNvSpPr txBox="1"/>
          <p:nvPr/>
        </p:nvSpPr>
        <p:spPr>
          <a:xfrm>
            <a:off x="10104120" y="1756838"/>
            <a:ext cx="1524744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Tìm</a:t>
            </a:r>
            <a:r>
              <a:rPr lang="en-US" sz="2000" dirty="0"/>
              <a:t> </a:t>
            </a:r>
            <a:r>
              <a:rPr lang="en-US" sz="2000" dirty="0" err="1"/>
              <a:t>kiếm</a:t>
            </a:r>
            <a:endParaRPr lang="en-US" sz="20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2135737-173D-51AF-7D23-C35D0E0315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0822260"/>
              </p:ext>
            </p:extLst>
          </p:nvPr>
        </p:nvGraphicFramePr>
        <p:xfrm>
          <a:off x="384484" y="2374730"/>
          <a:ext cx="1124437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4063">
                  <a:extLst>
                    <a:ext uri="{9D8B030D-6E8A-4147-A177-3AD203B41FA5}">
                      <a16:colId xmlns:a16="http://schemas.microsoft.com/office/drawing/2014/main" val="3938153180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4186209013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112808881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2792870680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930128741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9822815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Tên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Địa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chỉ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Số</a:t>
                      </a:r>
                      <a:r>
                        <a:rPr lang="en-US" dirty="0"/>
                        <a:t> ĐT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Email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Tùy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chọn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344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Hà </a:t>
                      </a:r>
                      <a:r>
                        <a:rPr lang="en-US" dirty="0" err="1"/>
                        <a:t>Nội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0123456789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a@gmail.com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Sửa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xóa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2183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Sơn La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0989999999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aa@yahoo.com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Sửa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xóa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1804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Hà Nam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0988888888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ab@gmail.com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Sửa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xóa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89437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0738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F1C46-D7EE-6E46-3BF7-F4214B877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C0E572-310D-9B9D-B2EF-A722A66EEAC9}"/>
              </a:ext>
            </a:extLst>
          </p:cNvPr>
          <p:cNvSpPr txBox="1"/>
          <p:nvPr/>
        </p:nvSpPr>
        <p:spPr>
          <a:xfrm>
            <a:off x="384485" y="246888"/>
            <a:ext cx="4666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Thêm</a:t>
            </a:r>
            <a:r>
              <a:rPr lang="en-US" sz="3600" dirty="0"/>
              <a:t> </a:t>
            </a:r>
            <a:r>
              <a:rPr lang="en-US" sz="3600" dirty="0" err="1"/>
              <a:t>mới</a:t>
            </a:r>
            <a:r>
              <a:rPr lang="en-US" sz="3600" dirty="0"/>
              <a:t> </a:t>
            </a:r>
            <a:r>
              <a:rPr lang="en-US" sz="3600" dirty="0" err="1"/>
              <a:t>nhà</a:t>
            </a:r>
            <a:r>
              <a:rPr lang="en-US" sz="3600" dirty="0"/>
              <a:t> </a:t>
            </a:r>
            <a:r>
              <a:rPr lang="en-US" sz="3600" dirty="0" err="1"/>
              <a:t>cung</a:t>
            </a:r>
            <a:r>
              <a:rPr lang="en-US" sz="3600" dirty="0"/>
              <a:t> </a:t>
            </a:r>
            <a:r>
              <a:rPr lang="en-US" sz="3600" dirty="0" err="1"/>
              <a:t>cấp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382E6D-7592-DCA5-F910-E21D7C0BE1BD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170052-7431-31B4-EA95-84173C027BAE}"/>
              </a:ext>
            </a:extLst>
          </p:cNvPr>
          <p:cNvSpPr txBox="1"/>
          <p:nvPr/>
        </p:nvSpPr>
        <p:spPr>
          <a:xfrm>
            <a:off x="2900584" y="1863804"/>
            <a:ext cx="23364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Tên</a:t>
            </a:r>
            <a:r>
              <a:rPr lang="en-US" sz="2400" dirty="0"/>
              <a:t> </a:t>
            </a:r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endParaRPr lang="en-US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5AC8F1-840B-8191-D40F-CCAD9B73A9D4}"/>
              </a:ext>
            </a:extLst>
          </p:cNvPr>
          <p:cNvSpPr/>
          <p:nvPr/>
        </p:nvSpPr>
        <p:spPr>
          <a:xfrm>
            <a:off x="6096000" y="1863803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8C9F47-3D6F-31E4-89C1-EFEDA61361B8}"/>
              </a:ext>
            </a:extLst>
          </p:cNvPr>
          <p:cNvSpPr/>
          <p:nvPr/>
        </p:nvSpPr>
        <p:spPr>
          <a:xfrm>
            <a:off x="6096000" y="2399734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AA0783-B9CB-D297-F611-FCA273EBC4CB}"/>
              </a:ext>
            </a:extLst>
          </p:cNvPr>
          <p:cNvSpPr txBox="1"/>
          <p:nvPr/>
        </p:nvSpPr>
        <p:spPr>
          <a:xfrm>
            <a:off x="2900584" y="2399733"/>
            <a:ext cx="10262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Địa</a:t>
            </a:r>
            <a:r>
              <a:rPr lang="en-US" sz="2400" dirty="0"/>
              <a:t> </a:t>
            </a:r>
            <a:r>
              <a:rPr lang="en-US" sz="2400" dirty="0" err="1"/>
              <a:t>chỉ</a:t>
            </a: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3438DB-032F-35B8-C10D-0D97790E0C6E}"/>
              </a:ext>
            </a:extLst>
          </p:cNvPr>
          <p:cNvSpPr txBox="1"/>
          <p:nvPr/>
        </p:nvSpPr>
        <p:spPr>
          <a:xfrm>
            <a:off x="2900584" y="3471591"/>
            <a:ext cx="18261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điện</a:t>
            </a:r>
            <a:r>
              <a:rPr lang="en-US" sz="2400" dirty="0"/>
              <a:t> </a:t>
            </a:r>
            <a:r>
              <a:rPr lang="en-US" sz="2400" dirty="0" err="1"/>
              <a:t>thoại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5857A1-2D6B-420A-CBFF-09789C21151A}"/>
              </a:ext>
            </a:extLst>
          </p:cNvPr>
          <p:cNvSpPr txBox="1"/>
          <p:nvPr/>
        </p:nvSpPr>
        <p:spPr>
          <a:xfrm>
            <a:off x="2900584" y="2935662"/>
            <a:ext cx="8691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Email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5CB74D-EDC1-00AA-AEAE-71B97CDDE950}"/>
              </a:ext>
            </a:extLst>
          </p:cNvPr>
          <p:cNvSpPr/>
          <p:nvPr/>
        </p:nvSpPr>
        <p:spPr>
          <a:xfrm>
            <a:off x="6096000" y="2935662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808DF1-EB5A-4B01-4D9F-432B6B0FED6C}"/>
              </a:ext>
            </a:extLst>
          </p:cNvPr>
          <p:cNvSpPr/>
          <p:nvPr/>
        </p:nvSpPr>
        <p:spPr>
          <a:xfrm>
            <a:off x="6096000" y="3471590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8DD02D-7CC3-B652-EA7E-865D520E3B64}"/>
              </a:ext>
            </a:extLst>
          </p:cNvPr>
          <p:cNvSpPr txBox="1"/>
          <p:nvPr/>
        </p:nvSpPr>
        <p:spPr>
          <a:xfrm>
            <a:off x="4946689" y="4332477"/>
            <a:ext cx="58060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Lưu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C673C1-6318-5D97-9898-0B865F64C6F3}"/>
              </a:ext>
            </a:extLst>
          </p:cNvPr>
          <p:cNvSpPr txBox="1"/>
          <p:nvPr/>
        </p:nvSpPr>
        <p:spPr>
          <a:xfrm>
            <a:off x="5798482" y="4332477"/>
            <a:ext cx="595036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Hủy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94128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B8A5C-CCB6-9742-C3CC-57B2F8B13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CE55B3F-C351-BAD4-E417-1ABB489534B1}"/>
              </a:ext>
            </a:extLst>
          </p:cNvPr>
          <p:cNvSpPr txBox="1"/>
          <p:nvPr/>
        </p:nvSpPr>
        <p:spPr>
          <a:xfrm>
            <a:off x="384485" y="246888"/>
            <a:ext cx="4619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Chỉnh</a:t>
            </a:r>
            <a:r>
              <a:rPr lang="en-US" sz="3600" dirty="0"/>
              <a:t> </a:t>
            </a:r>
            <a:r>
              <a:rPr lang="en-US" sz="3600" dirty="0" err="1"/>
              <a:t>sửa</a:t>
            </a:r>
            <a:r>
              <a:rPr lang="en-US" sz="3600" dirty="0"/>
              <a:t> </a:t>
            </a:r>
            <a:r>
              <a:rPr lang="en-US" sz="3600" dirty="0" err="1"/>
              <a:t>nhà</a:t>
            </a:r>
            <a:r>
              <a:rPr lang="en-US" sz="3600" dirty="0"/>
              <a:t> </a:t>
            </a:r>
            <a:r>
              <a:rPr lang="en-US" sz="3600" dirty="0" err="1"/>
              <a:t>cung</a:t>
            </a:r>
            <a:r>
              <a:rPr lang="en-US" sz="3600" dirty="0"/>
              <a:t> </a:t>
            </a:r>
            <a:r>
              <a:rPr lang="en-US" sz="3600" dirty="0" err="1"/>
              <a:t>cấp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DB368F-0B64-5F76-F1C8-DBC99A7F7E85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45D2A6-9DB0-E2B5-810F-F1A42FC86DFF}"/>
              </a:ext>
            </a:extLst>
          </p:cNvPr>
          <p:cNvSpPr txBox="1"/>
          <p:nvPr/>
        </p:nvSpPr>
        <p:spPr>
          <a:xfrm>
            <a:off x="2900584" y="1863804"/>
            <a:ext cx="23364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Tên</a:t>
            </a:r>
            <a:r>
              <a:rPr lang="en-US" sz="2400" dirty="0"/>
              <a:t> </a:t>
            </a:r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endParaRPr lang="en-US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417B75-43DF-9DF8-4842-248B9B0C59D0}"/>
              </a:ext>
            </a:extLst>
          </p:cNvPr>
          <p:cNvSpPr/>
          <p:nvPr/>
        </p:nvSpPr>
        <p:spPr>
          <a:xfrm>
            <a:off x="6096000" y="1863803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311A57-0B7E-C162-30BC-73A133A2CF72}"/>
              </a:ext>
            </a:extLst>
          </p:cNvPr>
          <p:cNvSpPr/>
          <p:nvPr/>
        </p:nvSpPr>
        <p:spPr>
          <a:xfrm>
            <a:off x="6096000" y="2399734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Hà </a:t>
            </a:r>
            <a:r>
              <a:rPr lang="en-US" sz="2000" dirty="0" err="1"/>
              <a:t>Nội</a:t>
            </a:r>
            <a:endParaRPr 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3F26DE-7F01-BA53-A9C7-B2010948AA30}"/>
              </a:ext>
            </a:extLst>
          </p:cNvPr>
          <p:cNvSpPr txBox="1"/>
          <p:nvPr/>
        </p:nvSpPr>
        <p:spPr>
          <a:xfrm>
            <a:off x="2900584" y="2399733"/>
            <a:ext cx="10262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Địa</a:t>
            </a:r>
            <a:r>
              <a:rPr lang="en-US" sz="2400" dirty="0"/>
              <a:t> </a:t>
            </a:r>
            <a:r>
              <a:rPr lang="en-US" sz="2400" dirty="0" err="1"/>
              <a:t>chỉ</a:t>
            </a: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59F2A1-C8C1-0896-71C5-FC1E85C92682}"/>
              </a:ext>
            </a:extLst>
          </p:cNvPr>
          <p:cNvSpPr txBox="1"/>
          <p:nvPr/>
        </p:nvSpPr>
        <p:spPr>
          <a:xfrm>
            <a:off x="2900584" y="3471591"/>
            <a:ext cx="18261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điện</a:t>
            </a:r>
            <a:r>
              <a:rPr lang="en-US" sz="2400" dirty="0"/>
              <a:t> </a:t>
            </a:r>
            <a:r>
              <a:rPr lang="en-US" sz="2400" dirty="0" err="1"/>
              <a:t>thoại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AAA58A-1F2A-D25E-7920-366C183FD56D}"/>
              </a:ext>
            </a:extLst>
          </p:cNvPr>
          <p:cNvSpPr txBox="1"/>
          <p:nvPr/>
        </p:nvSpPr>
        <p:spPr>
          <a:xfrm>
            <a:off x="2900584" y="2935662"/>
            <a:ext cx="8691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Email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0A34875-7C9A-5FF2-D4D1-7841BEB5C77E}"/>
              </a:ext>
            </a:extLst>
          </p:cNvPr>
          <p:cNvSpPr/>
          <p:nvPr/>
        </p:nvSpPr>
        <p:spPr>
          <a:xfrm>
            <a:off x="6096000" y="2935662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a@gmail.com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8B5196-5999-5F00-D314-3B809C52F036}"/>
              </a:ext>
            </a:extLst>
          </p:cNvPr>
          <p:cNvSpPr/>
          <p:nvPr/>
        </p:nvSpPr>
        <p:spPr>
          <a:xfrm>
            <a:off x="6096000" y="3471590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0123456789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1D6934-0D17-1E44-9EB0-CF63A5EB0F7E}"/>
              </a:ext>
            </a:extLst>
          </p:cNvPr>
          <p:cNvSpPr txBox="1"/>
          <p:nvPr/>
        </p:nvSpPr>
        <p:spPr>
          <a:xfrm>
            <a:off x="4946689" y="4332477"/>
            <a:ext cx="58060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Lưu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61E2AD-A402-9026-A934-D4204420B784}"/>
              </a:ext>
            </a:extLst>
          </p:cNvPr>
          <p:cNvSpPr txBox="1"/>
          <p:nvPr/>
        </p:nvSpPr>
        <p:spPr>
          <a:xfrm>
            <a:off x="5798482" y="4332477"/>
            <a:ext cx="595036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Hủy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976369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277FE-E6FD-C950-C661-E244AD861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F1316DE-CB76-2B9A-87E0-12BF99CE4036}"/>
              </a:ext>
            </a:extLst>
          </p:cNvPr>
          <p:cNvSpPr txBox="1"/>
          <p:nvPr/>
        </p:nvSpPr>
        <p:spPr>
          <a:xfrm>
            <a:off x="384485" y="246888"/>
            <a:ext cx="34503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Xóa</a:t>
            </a:r>
            <a:r>
              <a:rPr lang="en-US" sz="3600" dirty="0"/>
              <a:t> </a:t>
            </a:r>
            <a:r>
              <a:rPr lang="en-US" sz="3600" dirty="0" err="1"/>
              <a:t>nhà</a:t>
            </a:r>
            <a:r>
              <a:rPr lang="en-US" sz="3600" dirty="0"/>
              <a:t> </a:t>
            </a:r>
            <a:r>
              <a:rPr lang="en-US" sz="3600" dirty="0" err="1"/>
              <a:t>cung</a:t>
            </a:r>
            <a:r>
              <a:rPr lang="en-US" sz="3600" dirty="0"/>
              <a:t> </a:t>
            </a:r>
            <a:r>
              <a:rPr lang="en-US" sz="3600" dirty="0" err="1"/>
              <a:t>cấp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2C4771-C26E-9616-E5AE-24CCBB6B1D89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95639B-F1B1-ECB3-FF96-6024F5445A63}"/>
              </a:ext>
            </a:extLst>
          </p:cNvPr>
          <p:cNvSpPr txBox="1"/>
          <p:nvPr/>
        </p:nvSpPr>
        <p:spPr>
          <a:xfrm>
            <a:off x="2900584" y="1863804"/>
            <a:ext cx="23364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Tên</a:t>
            </a:r>
            <a:r>
              <a:rPr lang="en-US" sz="2400" dirty="0"/>
              <a:t> </a:t>
            </a:r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endParaRPr lang="en-US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7BFEF3-BFB8-04D6-F583-FA4935503C20}"/>
              </a:ext>
            </a:extLst>
          </p:cNvPr>
          <p:cNvSpPr/>
          <p:nvPr/>
        </p:nvSpPr>
        <p:spPr>
          <a:xfrm>
            <a:off x="6096000" y="1863803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61E9D0-6501-D022-8A81-5C2842B6632D}"/>
              </a:ext>
            </a:extLst>
          </p:cNvPr>
          <p:cNvSpPr/>
          <p:nvPr/>
        </p:nvSpPr>
        <p:spPr>
          <a:xfrm>
            <a:off x="6096000" y="2399734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Hà </a:t>
            </a:r>
            <a:r>
              <a:rPr lang="en-US" sz="2000" dirty="0" err="1"/>
              <a:t>Nội</a:t>
            </a:r>
            <a:endParaRPr 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A59AF1-8191-15C9-052B-1C9BD9636F1E}"/>
              </a:ext>
            </a:extLst>
          </p:cNvPr>
          <p:cNvSpPr txBox="1"/>
          <p:nvPr/>
        </p:nvSpPr>
        <p:spPr>
          <a:xfrm>
            <a:off x="2900584" y="2399733"/>
            <a:ext cx="10262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Địa</a:t>
            </a:r>
            <a:r>
              <a:rPr lang="en-US" sz="2400" dirty="0"/>
              <a:t> </a:t>
            </a:r>
            <a:r>
              <a:rPr lang="en-US" sz="2400" dirty="0" err="1"/>
              <a:t>chỉ</a:t>
            </a: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2C0C1F-079A-4E6A-A0E0-485F8C11C5D7}"/>
              </a:ext>
            </a:extLst>
          </p:cNvPr>
          <p:cNvSpPr txBox="1"/>
          <p:nvPr/>
        </p:nvSpPr>
        <p:spPr>
          <a:xfrm>
            <a:off x="2900584" y="3471591"/>
            <a:ext cx="18261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điện</a:t>
            </a:r>
            <a:r>
              <a:rPr lang="en-US" sz="2400" dirty="0"/>
              <a:t> </a:t>
            </a:r>
            <a:r>
              <a:rPr lang="en-US" sz="2400" dirty="0" err="1"/>
              <a:t>thoại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9B31C9-62D6-D793-22C0-5DED646B56AD}"/>
              </a:ext>
            </a:extLst>
          </p:cNvPr>
          <p:cNvSpPr txBox="1"/>
          <p:nvPr/>
        </p:nvSpPr>
        <p:spPr>
          <a:xfrm>
            <a:off x="2900584" y="2935662"/>
            <a:ext cx="8691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Email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5FF3C7-8C97-5A09-8ADA-A2E6288179D2}"/>
              </a:ext>
            </a:extLst>
          </p:cNvPr>
          <p:cNvSpPr/>
          <p:nvPr/>
        </p:nvSpPr>
        <p:spPr>
          <a:xfrm>
            <a:off x="6096000" y="2935662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a@gmail.com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CC2BAF-5A3F-445A-F331-6ECC69E57075}"/>
              </a:ext>
            </a:extLst>
          </p:cNvPr>
          <p:cNvSpPr/>
          <p:nvPr/>
        </p:nvSpPr>
        <p:spPr>
          <a:xfrm>
            <a:off x="6096000" y="3471590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0123456789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047CEE-5F4E-BA0E-0B13-DBA2CC9687C2}"/>
              </a:ext>
            </a:extLst>
          </p:cNvPr>
          <p:cNvSpPr txBox="1"/>
          <p:nvPr/>
        </p:nvSpPr>
        <p:spPr>
          <a:xfrm>
            <a:off x="5161778" y="5603493"/>
            <a:ext cx="571054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Xóa</a:t>
            </a:r>
            <a:endParaRPr lang="en-US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0DBA0E-9DB2-510F-8227-58727E63F505}"/>
              </a:ext>
            </a:extLst>
          </p:cNvPr>
          <p:cNvSpPr txBox="1"/>
          <p:nvPr/>
        </p:nvSpPr>
        <p:spPr>
          <a:xfrm>
            <a:off x="6008794" y="5603493"/>
            <a:ext cx="595036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Hủy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57467B-1916-7643-6C13-07340A920280}"/>
              </a:ext>
            </a:extLst>
          </p:cNvPr>
          <p:cNvSpPr txBox="1"/>
          <p:nvPr/>
        </p:nvSpPr>
        <p:spPr>
          <a:xfrm>
            <a:off x="3097358" y="4848544"/>
            <a:ext cx="59972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Bạn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chắc</a:t>
            </a:r>
            <a:r>
              <a:rPr lang="en-US" sz="2400" dirty="0"/>
              <a:t> </a:t>
            </a:r>
            <a:r>
              <a:rPr lang="en-US" sz="2400" dirty="0" err="1"/>
              <a:t>chắn</a:t>
            </a:r>
            <a:r>
              <a:rPr lang="en-US" sz="2400" dirty="0"/>
              <a:t> </a:t>
            </a:r>
            <a:r>
              <a:rPr lang="en-US" sz="2400" dirty="0" err="1"/>
              <a:t>muốn</a:t>
            </a:r>
            <a:r>
              <a:rPr lang="en-US" sz="2400" dirty="0"/>
              <a:t> </a:t>
            </a:r>
            <a:r>
              <a:rPr lang="en-US" sz="2400" dirty="0" err="1"/>
              <a:t>xóa</a:t>
            </a:r>
            <a:r>
              <a:rPr lang="en-US" sz="2400" dirty="0"/>
              <a:t> </a:t>
            </a:r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r>
              <a:rPr lang="en-US" sz="2400" dirty="0"/>
              <a:t> </a:t>
            </a:r>
            <a:r>
              <a:rPr lang="en-US" sz="2400" dirty="0" err="1"/>
              <a:t>này</a:t>
            </a:r>
            <a:r>
              <a:rPr lang="en-US" sz="2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18471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46EC1-0D66-849C-FD3D-CA9A5799E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2F1DE91-7D55-F355-04C7-384D3748BFA2}"/>
              </a:ext>
            </a:extLst>
          </p:cNvPr>
          <p:cNvSpPr txBox="1"/>
          <p:nvPr/>
        </p:nvSpPr>
        <p:spPr>
          <a:xfrm>
            <a:off x="384485" y="246888"/>
            <a:ext cx="6949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Nhập</a:t>
            </a:r>
            <a:r>
              <a:rPr lang="en-US" sz="3600" dirty="0"/>
              <a:t> </a:t>
            </a:r>
            <a:r>
              <a:rPr lang="en-US" sz="3600" dirty="0" err="1"/>
              <a:t>trang</a:t>
            </a:r>
            <a:r>
              <a:rPr lang="en-US" sz="3600" dirty="0"/>
              <a:t> </a:t>
            </a:r>
            <a:r>
              <a:rPr lang="en-US" sz="3600" dirty="0" err="1"/>
              <a:t>phục</a:t>
            </a:r>
            <a:r>
              <a:rPr lang="en-US" sz="3600" dirty="0"/>
              <a:t> </a:t>
            </a:r>
            <a:r>
              <a:rPr lang="en-US" sz="3600" dirty="0" err="1"/>
              <a:t>về</a:t>
            </a:r>
            <a:r>
              <a:rPr lang="en-US" sz="3600" dirty="0"/>
              <a:t> </a:t>
            </a:r>
            <a:r>
              <a:rPr lang="en-US" sz="3600" dirty="0" err="1"/>
              <a:t>từ</a:t>
            </a:r>
            <a:r>
              <a:rPr lang="en-US" sz="3600" dirty="0"/>
              <a:t> </a:t>
            </a:r>
            <a:r>
              <a:rPr lang="en-US" sz="3600" dirty="0" err="1"/>
              <a:t>nhà</a:t>
            </a:r>
            <a:r>
              <a:rPr lang="en-US" sz="3600" dirty="0"/>
              <a:t> </a:t>
            </a:r>
            <a:r>
              <a:rPr lang="en-US" sz="3600" dirty="0" err="1"/>
              <a:t>cung</a:t>
            </a:r>
            <a:r>
              <a:rPr lang="en-US" sz="3600" dirty="0"/>
              <a:t> </a:t>
            </a:r>
            <a:r>
              <a:rPr lang="en-US" sz="3600" dirty="0" err="1"/>
              <a:t>cấp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9CA501-FD64-005B-E0B1-9EB5AE35FC41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CAE3FF-7DDC-687A-7F66-4F2754BE7CB7}"/>
              </a:ext>
            </a:extLst>
          </p:cNvPr>
          <p:cNvSpPr txBox="1"/>
          <p:nvPr/>
        </p:nvSpPr>
        <p:spPr>
          <a:xfrm>
            <a:off x="384485" y="1756838"/>
            <a:ext cx="9591619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936F66-CDD7-2A2D-2706-7F19EF0EE370}"/>
              </a:ext>
            </a:extLst>
          </p:cNvPr>
          <p:cNvSpPr txBox="1"/>
          <p:nvPr/>
        </p:nvSpPr>
        <p:spPr>
          <a:xfrm>
            <a:off x="10104120" y="1756838"/>
            <a:ext cx="1524744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Tìm</a:t>
            </a:r>
            <a:r>
              <a:rPr lang="en-US" sz="2000" dirty="0"/>
              <a:t> </a:t>
            </a:r>
            <a:r>
              <a:rPr lang="en-US" sz="2000" dirty="0" err="1"/>
              <a:t>kiếm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66358E-D4C3-535D-973F-E168DFD7E283}"/>
              </a:ext>
            </a:extLst>
          </p:cNvPr>
          <p:cNvSpPr txBox="1"/>
          <p:nvPr/>
        </p:nvSpPr>
        <p:spPr>
          <a:xfrm>
            <a:off x="9174480" y="1213471"/>
            <a:ext cx="2454384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Tạo</a:t>
            </a:r>
            <a:r>
              <a:rPr lang="en-US" sz="2000" dirty="0"/>
              <a:t> </a:t>
            </a:r>
            <a:r>
              <a:rPr lang="en-US" sz="2000" dirty="0" err="1"/>
              <a:t>phiếu</a:t>
            </a:r>
            <a:r>
              <a:rPr lang="en-US" sz="2000" dirty="0"/>
              <a:t> </a:t>
            </a:r>
            <a:r>
              <a:rPr lang="en-US" sz="2000" dirty="0" err="1"/>
              <a:t>nhập</a:t>
            </a:r>
            <a:r>
              <a:rPr lang="en-US" sz="2000" dirty="0"/>
              <a:t> </a:t>
            </a:r>
            <a:r>
              <a:rPr lang="en-US" sz="2000" dirty="0" err="1"/>
              <a:t>mới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38762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8BA62-A6D8-BCDC-17E4-B95FAF9B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521CC0-A9AB-D210-B7CE-54DAD1B7885A}"/>
              </a:ext>
            </a:extLst>
          </p:cNvPr>
          <p:cNvSpPr txBox="1"/>
          <p:nvPr/>
        </p:nvSpPr>
        <p:spPr>
          <a:xfrm>
            <a:off x="384485" y="246888"/>
            <a:ext cx="39011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Tạo</a:t>
            </a:r>
            <a:r>
              <a:rPr lang="en-US" sz="3600" dirty="0"/>
              <a:t> </a:t>
            </a:r>
            <a:r>
              <a:rPr lang="en-US" sz="3600" dirty="0" err="1"/>
              <a:t>phiếu</a:t>
            </a:r>
            <a:r>
              <a:rPr lang="en-US" sz="3600" dirty="0"/>
              <a:t> </a:t>
            </a:r>
            <a:r>
              <a:rPr lang="en-US" sz="3600" dirty="0" err="1"/>
              <a:t>nhập</a:t>
            </a:r>
            <a:r>
              <a:rPr lang="en-US" sz="3600" dirty="0"/>
              <a:t> </a:t>
            </a:r>
            <a:r>
              <a:rPr lang="en-US" sz="3600" dirty="0" err="1"/>
              <a:t>mới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E18196-7B1B-2FA7-9697-313D8AB6C8A1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DA951C-5AB1-F0C2-3138-FE0708C1278D}"/>
              </a:ext>
            </a:extLst>
          </p:cNvPr>
          <p:cNvSpPr txBox="1"/>
          <p:nvPr/>
        </p:nvSpPr>
        <p:spPr>
          <a:xfrm>
            <a:off x="1483264" y="2406853"/>
            <a:ext cx="1865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endParaRPr lang="en-US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FB32B7-4D9E-1578-1EF6-DFC1D889588D}"/>
              </a:ext>
            </a:extLst>
          </p:cNvPr>
          <p:cNvSpPr/>
          <p:nvPr/>
        </p:nvSpPr>
        <p:spPr>
          <a:xfrm>
            <a:off x="3819144" y="2406853"/>
            <a:ext cx="390119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AF3212-3870-E94A-EF8B-BA62E3DBF949}"/>
              </a:ext>
            </a:extLst>
          </p:cNvPr>
          <p:cNvSpPr/>
          <p:nvPr/>
        </p:nvSpPr>
        <p:spPr>
          <a:xfrm>
            <a:off x="4285681" y="1303788"/>
            <a:ext cx="2278318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 err="1"/>
              <a:t>Thêm</a:t>
            </a:r>
            <a:r>
              <a:rPr lang="en-US" sz="2000" dirty="0"/>
              <a:t> </a:t>
            </a:r>
            <a:r>
              <a:rPr lang="en-US" sz="2000" dirty="0" err="1"/>
              <a:t>nhà</a:t>
            </a:r>
            <a:r>
              <a:rPr lang="en-US" sz="2000" dirty="0"/>
              <a:t> </a:t>
            </a:r>
            <a:r>
              <a:rPr lang="en-US" sz="2000" dirty="0" err="1"/>
              <a:t>cung</a:t>
            </a:r>
            <a:r>
              <a:rPr lang="en-US" sz="2000" dirty="0"/>
              <a:t> </a:t>
            </a:r>
            <a:r>
              <a:rPr lang="en-US" sz="2000" dirty="0" err="1"/>
              <a:t>cấp</a:t>
            </a:r>
            <a:endParaRPr 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E92F47-F430-6C33-BF27-562722F6F429}"/>
              </a:ext>
            </a:extLst>
          </p:cNvPr>
          <p:cNvSpPr txBox="1"/>
          <p:nvPr/>
        </p:nvSpPr>
        <p:spPr>
          <a:xfrm>
            <a:off x="1483264" y="3048254"/>
            <a:ext cx="13792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Mặt</a:t>
            </a:r>
            <a:r>
              <a:rPr lang="en-US" sz="2400" dirty="0"/>
              <a:t> </a:t>
            </a:r>
            <a:r>
              <a:rPr lang="en-US" sz="2400" dirty="0" err="1"/>
              <a:t>hàng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63DDAD-CCD4-FB9A-98F7-2DEF3B2F26CE}"/>
              </a:ext>
            </a:extLst>
          </p:cNvPr>
          <p:cNvSpPr/>
          <p:nvPr/>
        </p:nvSpPr>
        <p:spPr>
          <a:xfrm>
            <a:off x="3819144" y="3048254"/>
            <a:ext cx="390119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734793B-9437-9FD1-DDEE-8C883E48DC71}"/>
              </a:ext>
            </a:extLst>
          </p:cNvPr>
          <p:cNvSpPr/>
          <p:nvPr/>
        </p:nvSpPr>
        <p:spPr>
          <a:xfrm>
            <a:off x="6701361" y="1303788"/>
            <a:ext cx="390119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 err="1"/>
              <a:t>Thêm</a:t>
            </a:r>
            <a:r>
              <a:rPr lang="en-US" sz="2000" dirty="0"/>
              <a:t> </a:t>
            </a:r>
            <a:r>
              <a:rPr lang="en-US" sz="2000" dirty="0" err="1"/>
              <a:t>mặt</a:t>
            </a:r>
            <a:r>
              <a:rPr lang="en-US" sz="2000" dirty="0"/>
              <a:t> </a:t>
            </a:r>
            <a:r>
              <a:rPr lang="en-US" sz="2000" dirty="0" err="1"/>
              <a:t>hàng</a:t>
            </a:r>
            <a:r>
              <a:rPr lang="en-US" sz="2000" dirty="0"/>
              <a:t> </a:t>
            </a:r>
            <a:r>
              <a:rPr lang="en-US" sz="2000" dirty="0" err="1"/>
              <a:t>chưa</a:t>
            </a:r>
            <a:r>
              <a:rPr lang="en-US" sz="2000" dirty="0"/>
              <a:t> </a:t>
            </a:r>
            <a:r>
              <a:rPr lang="en-US" sz="2000" dirty="0" err="1"/>
              <a:t>có</a:t>
            </a:r>
            <a:r>
              <a:rPr lang="en-US" sz="2000" dirty="0"/>
              <a:t> </a:t>
            </a:r>
            <a:r>
              <a:rPr lang="en-US" sz="2000" dirty="0" err="1"/>
              <a:t>trong</a:t>
            </a:r>
            <a:r>
              <a:rPr lang="en-US" sz="2000" dirty="0"/>
              <a:t> 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7E7DFF-DB0B-6958-740F-5C7DED2AEE42}"/>
              </a:ext>
            </a:extLst>
          </p:cNvPr>
          <p:cNvSpPr txBox="1"/>
          <p:nvPr/>
        </p:nvSpPr>
        <p:spPr>
          <a:xfrm>
            <a:off x="8028421" y="3048254"/>
            <a:ext cx="1297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lượng</a:t>
            </a:r>
            <a:endParaRPr lang="en-US" sz="2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805A31-01CC-EE64-EF49-90AA9F1982CF}"/>
              </a:ext>
            </a:extLst>
          </p:cNvPr>
          <p:cNvSpPr/>
          <p:nvPr/>
        </p:nvSpPr>
        <p:spPr>
          <a:xfrm>
            <a:off x="9633651" y="3048253"/>
            <a:ext cx="968905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C089B6-F093-6296-DBFF-5DA2640D1318}"/>
              </a:ext>
            </a:extLst>
          </p:cNvPr>
          <p:cNvSpPr/>
          <p:nvPr/>
        </p:nvSpPr>
        <p:spPr>
          <a:xfrm>
            <a:off x="9134856" y="3689655"/>
            <a:ext cx="146770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 err="1"/>
              <a:t>Nhập</a:t>
            </a:r>
            <a:r>
              <a:rPr lang="en-US" sz="2000" dirty="0"/>
              <a:t> </a:t>
            </a:r>
            <a:r>
              <a:rPr lang="en-US" sz="2000" dirty="0" err="1"/>
              <a:t>thêm</a:t>
            </a:r>
            <a:endParaRPr lang="en-US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FF25B7-BC69-2EEA-4EDC-67A57BC9F8DB}"/>
              </a:ext>
            </a:extLst>
          </p:cNvPr>
          <p:cNvSpPr txBox="1"/>
          <p:nvPr/>
        </p:nvSpPr>
        <p:spPr>
          <a:xfrm>
            <a:off x="1484593" y="4570933"/>
            <a:ext cx="28010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Nhân</a:t>
            </a:r>
            <a:r>
              <a:rPr lang="en-US" sz="2400" dirty="0"/>
              <a:t> </a:t>
            </a:r>
            <a:r>
              <a:rPr lang="en-US" sz="2400" dirty="0" err="1"/>
              <a:t>viên</a:t>
            </a:r>
            <a:r>
              <a:rPr lang="en-US" sz="2400" dirty="0"/>
              <a:t> </a:t>
            </a:r>
            <a:r>
              <a:rPr lang="en-US" sz="2400" dirty="0" err="1"/>
              <a:t>nhập</a:t>
            </a:r>
            <a:r>
              <a:rPr lang="en-US" sz="2400" dirty="0"/>
              <a:t>: </a:t>
            </a:r>
          </a:p>
          <a:p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r>
              <a:rPr lang="en-US" sz="2400" dirty="0"/>
              <a:t>:</a:t>
            </a:r>
          </a:p>
          <a:p>
            <a:r>
              <a:rPr lang="en-US" sz="2400" dirty="0"/>
              <a:t>Danh </a:t>
            </a:r>
            <a:r>
              <a:rPr lang="en-US" sz="2400" dirty="0" err="1"/>
              <a:t>sách</a:t>
            </a:r>
            <a:r>
              <a:rPr lang="en-US" sz="2400" dirty="0"/>
              <a:t> </a:t>
            </a:r>
            <a:r>
              <a:rPr lang="en-US" sz="2400" dirty="0" err="1"/>
              <a:t>mặt</a:t>
            </a:r>
            <a:r>
              <a:rPr lang="en-US" sz="2400" dirty="0"/>
              <a:t> </a:t>
            </a:r>
            <a:r>
              <a:rPr lang="en-US" sz="2400" dirty="0" err="1"/>
              <a:t>hàng</a:t>
            </a:r>
            <a:r>
              <a:rPr lang="en-US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493245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01EE780-2070-9D77-3D91-80A582DC6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84153"/>
              </p:ext>
            </p:extLst>
          </p:nvPr>
        </p:nvGraphicFramePr>
        <p:xfrm>
          <a:off x="1909065" y="728810"/>
          <a:ext cx="8373869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6267">
                  <a:extLst>
                    <a:ext uri="{9D8B030D-6E8A-4147-A177-3AD203B41FA5}">
                      <a16:colId xmlns:a16="http://schemas.microsoft.com/office/drawing/2014/main" val="521095886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248259703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2874615698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443166938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922341126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610050663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499471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Tên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Cỡ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Màu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Đơn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giá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Số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lượng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Chiết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khấu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Thành </a:t>
                      </a:r>
                      <a:r>
                        <a:rPr lang="en-US" dirty="0" err="1"/>
                        <a:t>tiền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255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155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956324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002E8B9-C7E2-B349-7CC1-EEF59962CF40}"/>
              </a:ext>
            </a:extLst>
          </p:cNvPr>
          <p:cNvSpPr txBox="1"/>
          <p:nvPr/>
        </p:nvSpPr>
        <p:spPr>
          <a:xfrm>
            <a:off x="1483264" y="2406853"/>
            <a:ext cx="19607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Mã</a:t>
            </a:r>
            <a:r>
              <a:rPr lang="en-US" sz="2400" dirty="0"/>
              <a:t> </a:t>
            </a:r>
            <a:r>
              <a:rPr lang="en-US" sz="2400" dirty="0" err="1"/>
              <a:t>chiết</a:t>
            </a:r>
            <a:r>
              <a:rPr lang="en-US" sz="2400" dirty="0"/>
              <a:t> </a:t>
            </a:r>
            <a:r>
              <a:rPr lang="en-US" sz="2400" dirty="0" err="1"/>
              <a:t>khấu</a:t>
            </a:r>
            <a:endParaRPr lang="en-US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566CA-F842-968F-0CE1-C605A3412901}"/>
              </a:ext>
            </a:extLst>
          </p:cNvPr>
          <p:cNvSpPr/>
          <p:nvPr/>
        </p:nvSpPr>
        <p:spPr>
          <a:xfrm>
            <a:off x="3819144" y="2406853"/>
            <a:ext cx="410870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C123AF-121D-2FC7-0714-27A28DF73FC4}"/>
              </a:ext>
            </a:extLst>
          </p:cNvPr>
          <p:cNvSpPr/>
          <p:nvPr/>
        </p:nvSpPr>
        <p:spPr>
          <a:xfrm>
            <a:off x="8302752" y="2406853"/>
            <a:ext cx="2299804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sz="2000" dirty="0" err="1"/>
              <a:t>Thêm</a:t>
            </a:r>
            <a:r>
              <a:rPr lang="en-US" sz="2000" dirty="0"/>
              <a:t> </a:t>
            </a:r>
            <a:r>
              <a:rPr lang="en-US" sz="2000" dirty="0" err="1"/>
              <a:t>mã</a:t>
            </a:r>
            <a:r>
              <a:rPr lang="en-US" sz="2000" dirty="0"/>
              <a:t> </a:t>
            </a:r>
            <a:r>
              <a:rPr lang="en-US" sz="2000" dirty="0" err="1"/>
              <a:t>chiết</a:t>
            </a:r>
            <a:r>
              <a:rPr lang="en-US" sz="2000" dirty="0"/>
              <a:t> </a:t>
            </a:r>
            <a:r>
              <a:rPr lang="en-US" sz="2000" dirty="0" err="1"/>
              <a:t>khấu</a:t>
            </a:r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78E35A-5C65-ED11-5FEB-CC44DA22DF38}"/>
              </a:ext>
            </a:extLst>
          </p:cNvPr>
          <p:cNvSpPr txBox="1"/>
          <p:nvPr/>
        </p:nvSpPr>
        <p:spPr>
          <a:xfrm>
            <a:off x="1483264" y="3429000"/>
            <a:ext cx="222349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Tổng</a:t>
            </a:r>
            <a:r>
              <a:rPr lang="en-US" sz="2400" dirty="0"/>
              <a:t> </a:t>
            </a:r>
            <a:r>
              <a:rPr lang="en-US" sz="2400" dirty="0" err="1"/>
              <a:t>chiết</a:t>
            </a:r>
            <a:r>
              <a:rPr lang="en-US" sz="2400" dirty="0"/>
              <a:t> </a:t>
            </a:r>
            <a:r>
              <a:rPr lang="en-US" sz="2400" dirty="0" err="1"/>
              <a:t>khấu</a:t>
            </a:r>
            <a:r>
              <a:rPr lang="en-US" sz="2400" dirty="0"/>
              <a:t>:</a:t>
            </a:r>
          </a:p>
          <a:p>
            <a:r>
              <a:rPr lang="en-US" sz="2400" dirty="0" err="1"/>
              <a:t>Tổng</a:t>
            </a:r>
            <a:r>
              <a:rPr lang="en-US" sz="2400" dirty="0"/>
              <a:t> </a:t>
            </a:r>
            <a:r>
              <a:rPr lang="en-US" sz="2400" dirty="0" err="1"/>
              <a:t>tiền</a:t>
            </a:r>
            <a:r>
              <a:rPr lang="en-US" sz="2400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FEE42-B87D-EF8D-9A2C-144BF3600253}"/>
              </a:ext>
            </a:extLst>
          </p:cNvPr>
          <p:cNvSpPr txBox="1"/>
          <p:nvPr/>
        </p:nvSpPr>
        <p:spPr>
          <a:xfrm>
            <a:off x="4946689" y="4332477"/>
            <a:ext cx="58060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Lưu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10728B-88EE-EB7F-A301-5E7DFE85032C}"/>
              </a:ext>
            </a:extLst>
          </p:cNvPr>
          <p:cNvSpPr txBox="1"/>
          <p:nvPr/>
        </p:nvSpPr>
        <p:spPr>
          <a:xfrm>
            <a:off x="5798482" y="4332477"/>
            <a:ext cx="595036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Hủy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67943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FB061-CA97-86CE-8A21-60DC93FA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A9C61BC-38DA-B9BF-19FC-C5EBBC75510C}"/>
              </a:ext>
            </a:extLst>
          </p:cNvPr>
          <p:cNvSpPr txBox="1"/>
          <p:nvPr/>
        </p:nvSpPr>
        <p:spPr>
          <a:xfrm>
            <a:off x="384485" y="246888"/>
            <a:ext cx="39666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Thêm</a:t>
            </a:r>
            <a:r>
              <a:rPr lang="en-US" sz="3600" dirty="0"/>
              <a:t> </a:t>
            </a:r>
            <a:r>
              <a:rPr lang="en-US" sz="3600" dirty="0" err="1"/>
              <a:t>mới</a:t>
            </a:r>
            <a:r>
              <a:rPr lang="en-US" sz="3600" dirty="0"/>
              <a:t> </a:t>
            </a:r>
            <a:r>
              <a:rPr lang="en-US" sz="3600" dirty="0" err="1"/>
              <a:t>mặt</a:t>
            </a:r>
            <a:r>
              <a:rPr lang="en-US" sz="3600" dirty="0"/>
              <a:t> </a:t>
            </a:r>
            <a:r>
              <a:rPr lang="en-US" sz="3600" dirty="0" err="1"/>
              <a:t>hàng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9AA4F0-2F0C-2F58-7EAB-A087B7471592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1C159C-58FD-FBBF-B5A2-A5499A748C58}"/>
              </a:ext>
            </a:extLst>
          </p:cNvPr>
          <p:cNvSpPr txBox="1"/>
          <p:nvPr/>
        </p:nvSpPr>
        <p:spPr>
          <a:xfrm>
            <a:off x="2900584" y="1863804"/>
            <a:ext cx="1869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Tên</a:t>
            </a:r>
            <a:r>
              <a:rPr lang="en-US" sz="2400" dirty="0"/>
              <a:t> </a:t>
            </a:r>
            <a:r>
              <a:rPr lang="en-US" sz="2400" dirty="0" err="1"/>
              <a:t>mặt</a:t>
            </a:r>
            <a:r>
              <a:rPr lang="en-US" sz="2400" dirty="0"/>
              <a:t> </a:t>
            </a:r>
            <a:r>
              <a:rPr lang="en-US" sz="2400" dirty="0" err="1"/>
              <a:t>hàng</a:t>
            </a:r>
            <a:endParaRPr lang="en-US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FF1632-C7C2-A764-EBD0-56A0B57D28C9}"/>
              </a:ext>
            </a:extLst>
          </p:cNvPr>
          <p:cNvSpPr/>
          <p:nvPr/>
        </p:nvSpPr>
        <p:spPr>
          <a:xfrm>
            <a:off x="6096000" y="1863803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E6DD12-8546-3541-4530-91BB760F319C}"/>
              </a:ext>
            </a:extLst>
          </p:cNvPr>
          <p:cNvSpPr/>
          <p:nvPr/>
        </p:nvSpPr>
        <p:spPr>
          <a:xfrm>
            <a:off x="6096000" y="2399734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D9E1B5-9E95-24B3-9AC0-9C10ADB357A8}"/>
              </a:ext>
            </a:extLst>
          </p:cNvPr>
          <p:cNvSpPr txBox="1"/>
          <p:nvPr/>
        </p:nvSpPr>
        <p:spPr>
          <a:xfrm>
            <a:off x="2900584" y="2399733"/>
            <a:ext cx="10813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Kích</a:t>
            </a:r>
            <a:r>
              <a:rPr lang="en-US" sz="2400" dirty="0"/>
              <a:t> </a:t>
            </a:r>
            <a:r>
              <a:rPr lang="en-US" sz="2400" dirty="0" err="1"/>
              <a:t>cỡ</a:t>
            </a: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5B5763-2BD7-5ECC-281A-DC34FBDAFCA2}"/>
              </a:ext>
            </a:extLst>
          </p:cNvPr>
          <p:cNvSpPr txBox="1"/>
          <p:nvPr/>
        </p:nvSpPr>
        <p:spPr>
          <a:xfrm>
            <a:off x="2900584" y="3471591"/>
            <a:ext cx="11480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Đơn</a:t>
            </a:r>
            <a:r>
              <a:rPr lang="en-US" sz="2400" dirty="0"/>
              <a:t> </a:t>
            </a:r>
            <a:r>
              <a:rPr lang="en-US" sz="2400" dirty="0" err="1"/>
              <a:t>giá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D3CF74-90B5-D94E-2F41-14ED80AC2A82}"/>
              </a:ext>
            </a:extLst>
          </p:cNvPr>
          <p:cNvSpPr txBox="1"/>
          <p:nvPr/>
        </p:nvSpPr>
        <p:spPr>
          <a:xfrm>
            <a:off x="2900584" y="2935662"/>
            <a:ext cx="12234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Màu</a:t>
            </a:r>
            <a:r>
              <a:rPr lang="en-US" sz="2400" dirty="0"/>
              <a:t> </a:t>
            </a:r>
            <a:r>
              <a:rPr lang="en-US" sz="2400" dirty="0" err="1"/>
              <a:t>sắc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13DFC6-2D36-164B-D03D-A9B29DF300C3}"/>
              </a:ext>
            </a:extLst>
          </p:cNvPr>
          <p:cNvSpPr/>
          <p:nvPr/>
        </p:nvSpPr>
        <p:spPr>
          <a:xfrm>
            <a:off x="6096000" y="2935662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E2E58-B10D-7AA7-E505-9184793C4C22}"/>
              </a:ext>
            </a:extLst>
          </p:cNvPr>
          <p:cNvSpPr/>
          <p:nvPr/>
        </p:nvSpPr>
        <p:spPr>
          <a:xfrm>
            <a:off x="6096000" y="3471590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2BBE04-E144-8208-7D45-99905EB8A452}"/>
              </a:ext>
            </a:extLst>
          </p:cNvPr>
          <p:cNvSpPr txBox="1"/>
          <p:nvPr/>
        </p:nvSpPr>
        <p:spPr>
          <a:xfrm>
            <a:off x="4946689" y="4332477"/>
            <a:ext cx="58060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Lưu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6071E4-2265-8354-D978-39F10762F462}"/>
              </a:ext>
            </a:extLst>
          </p:cNvPr>
          <p:cNvSpPr txBox="1"/>
          <p:nvPr/>
        </p:nvSpPr>
        <p:spPr>
          <a:xfrm>
            <a:off x="5798482" y="4332477"/>
            <a:ext cx="595036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Hủy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6F1C17-F609-1064-1221-BDC24D6D3226}"/>
              </a:ext>
            </a:extLst>
          </p:cNvPr>
          <p:cNvSpPr txBox="1"/>
          <p:nvPr/>
        </p:nvSpPr>
        <p:spPr>
          <a:xfrm>
            <a:off x="2900584" y="1327872"/>
            <a:ext cx="1865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58FFF3-B495-1BFC-4940-9E1B63864CCC}"/>
              </a:ext>
            </a:extLst>
          </p:cNvPr>
          <p:cNvSpPr/>
          <p:nvPr/>
        </p:nvSpPr>
        <p:spPr>
          <a:xfrm>
            <a:off x="6096000" y="1327871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849233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93C96-674A-88DA-4093-853AF4253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BF4BDF-2207-2EC5-AB49-5DB2F6FB5D05}"/>
              </a:ext>
            </a:extLst>
          </p:cNvPr>
          <p:cNvSpPr txBox="1"/>
          <p:nvPr/>
        </p:nvSpPr>
        <p:spPr>
          <a:xfrm>
            <a:off x="384485" y="246888"/>
            <a:ext cx="3990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Thêm</a:t>
            </a:r>
            <a:r>
              <a:rPr lang="en-US" sz="3600" dirty="0"/>
              <a:t> </a:t>
            </a:r>
            <a:r>
              <a:rPr lang="en-US" sz="3600" dirty="0" err="1"/>
              <a:t>mã</a:t>
            </a:r>
            <a:r>
              <a:rPr lang="en-US" sz="3600" dirty="0"/>
              <a:t> </a:t>
            </a:r>
            <a:r>
              <a:rPr lang="en-US" sz="3600" dirty="0" err="1"/>
              <a:t>chiết</a:t>
            </a:r>
            <a:r>
              <a:rPr lang="en-US" sz="3600" dirty="0"/>
              <a:t> </a:t>
            </a:r>
            <a:r>
              <a:rPr lang="en-US" sz="3600" dirty="0" err="1"/>
              <a:t>khấu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1A19BD-FF92-6400-84B9-905DC922D306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D0E46F-5563-6603-FC76-F953F96E4AAE}"/>
              </a:ext>
            </a:extLst>
          </p:cNvPr>
          <p:cNvSpPr txBox="1"/>
          <p:nvPr/>
        </p:nvSpPr>
        <p:spPr>
          <a:xfrm>
            <a:off x="2900584" y="1863804"/>
            <a:ext cx="1865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endParaRPr lang="en-US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2D72A1-DE9D-104D-6C0D-AC19C163C8F6}"/>
              </a:ext>
            </a:extLst>
          </p:cNvPr>
          <p:cNvSpPr/>
          <p:nvPr/>
        </p:nvSpPr>
        <p:spPr>
          <a:xfrm>
            <a:off x="6096000" y="1863803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7E137C-7AF7-8D78-48E6-6B7FA1CBB693}"/>
              </a:ext>
            </a:extLst>
          </p:cNvPr>
          <p:cNvSpPr/>
          <p:nvPr/>
        </p:nvSpPr>
        <p:spPr>
          <a:xfrm>
            <a:off x="6096000" y="2399734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FC0767-C022-79A8-8C13-98F084FD6456}"/>
              </a:ext>
            </a:extLst>
          </p:cNvPr>
          <p:cNvSpPr txBox="1"/>
          <p:nvPr/>
        </p:nvSpPr>
        <p:spPr>
          <a:xfrm>
            <a:off x="2900584" y="2399733"/>
            <a:ext cx="19607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Mã</a:t>
            </a:r>
            <a:r>
              <a:rPr lang="en-US" sz="2400" dirty="0"/>
              <a:t> </a:t>
            </a:r>
            <a:r>
              <a:rPr lang="en-US" sz="2400" dirty="0" err="1"/>
              <a:t>chiết</a:t>
            </a:r>
            <a:r>
              <a:rPr lang="en-US" sz="2400" dirty="0"/>
              <a:t> </a:t>
            </a:r>
            <a:r>
              <a:rPr lang="en-US" sz="2400" dirty="0" err="1"/>
              <a:t>khấu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24C758-74BF-27C1-CE1B-19623B95D942}"/>
              </a:ext>
            </a:extLst>
          </p:cNvPr>
          <p:cNvSpPr txBox="1"/>
          <p:nvPr/>
        </p:nvSpPr>
        <p:spPr>
          <a:xfrm>
            <a:off x="2900584" y="2935662"/>
            <a:ext cx="24111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tiền</a:t>
            </a:r>
            <a:r>
              <a:rPr lang="en-US" sz="2400" dirty="0"/>
              <a:t> </a:t>
            </a:r>
            <a:r>
              <a:rPr lang="en-US" sz="2400" dirty="0" err="1"/>
              <a:t>chiết</a:t>
            </a:r>
            <a:r>
              <a:rPr lang="en-US" sz="2400" dirty="0"/>
              <a:t> </a:t>
            </a:r>
            <a:r>
              <a:rPr lang="en-US" sz="2400" dirty="0" err="1"/>
              <a:t>khấu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044D8E-3EB5-4E7C-63E3-96A2E2353842}"/>
              </a:ext>
            </a:extLst>
          </p:cNvPr>
          <p:cNvSpPr/>
          <p:nvPr/>
        </p:nvSpPr>
        <p:spPr>
          <a:xfrm>
            <a:off x="6096000" y="2935662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3361CE-78CC-D5D2-2443-317BBB8A462C}"/>
              </a:ext>
            </a:extLst>
          </p:cNvPr>
          <p:cNvSpPr txBox="1"/>
          <p:nvPr/>
        </p:nvSpPr>
        <p:spPr>
          <a:xfrm>
            <a:off x="4946689" y="4332477"/>
            <a:ext cx="58060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Lưu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9C22E8-CEB3-2D0F-977D-8658DD414FCE}"/>
              </a:ext>
            </a:extLst>
          </p:cNvPr>
          <p:cNvSpPr txBox="1"/>
          <p:nvPr/>
        </p:nvSpPr>
        <p:spPr>
          <a:xfrm>
            <a:off x="5798482" y="4332477"/>
            <a:ext cx="595036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Hủy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28213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DCAB6-6C66-C255-9EB7-794CF72D3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A80D2BB-A0AB-F30B-67D9-77612B1E3FE4}"/>
              </a:ext>
            </a:extLst>
          </p:cNvPr>
          <p:cNvSpPr txBox="1"/>
          <p:nvPr/>
        </p:nvSpPr>
        <p:spPr>
          <a:xfrm>
            <a:off x="384485" y="246888"/>
            <a:ext cx="18834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Thống</a:t>
            </a:r>
            <a:r>
              <a:rPr lang="en-US" sz="3600" dirty="0"/>
              <a:t> </a:t>
            </a:r>
            <a:r>
              <a:rPr lang="en-US" sz="3600" dirty="0" err="1"/>
              <a:t>kê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F7DD7C-C36C-81D5-DCD5-B34DCEC95FD0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A76370-C3E6-7D9C-4FA0-E9B2633DEF29}"/>
              </a:ext>
            </a:extLst>
          </p:cNvPr>
          <p:cNvSpPr txBox="1"/>
          <p:nvPr/>
        </p:nvSpPr>
        <p:spPr>
          <a:xfrm>
            <a:off x="2900584" y="1863804"/>
            <a:ext cx="2507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Chọn</a:t>
            </a:r>
            <a:r>
              <a:rPr lang="en-US" sz="2400" dirty="0"/>
              <a:t> </a:t>
            </a:r>
            <a:r>
              <a:rPr lang="en-US" sz="2400" dirty="0" err="1"/>
              <a:t>loại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kê</a:t>
            </a:r>
            <a:endParaRPr lang="en-US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263AEE-9BBE-8688-A10D-EA4B79EEC3BE}"/>
              </a:ext>
            </a:extLst>
          </p:cNvPr>
          <p:cNvSpPr/>
          <p:nvPr/>
        </p:nvSpPr>
        <p:spPr>
          <a:xfrm>
            <a:off x="6096000" y="1863803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Theo </a:t>
            </a:r>
            <a:r>
              <a:rPr lang="en-US" sz="2000" dirty="0" err="1"/>
              <a:t>doanh</a:t>
            </a:r>
            <a:r>
              <a:rPr lang="en-US" sz="2000" dirty="0"/>
              <a:t> chi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9002EB-D166-1CFE-A5A7-91DBF9D9B67A}"/>
              </a:ext>
            </a:extLst>
          </p:cNvPr>
          <p:cNvSpPr/>
          <p:nvPr/>
        </p:nvSpPr>
        <p:spPr>
          <a:xfrm>
            <a:off x="6096000" y="2399734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A6FB8C-1A99-4E16-53AE-F73372C32726}"/>
              </a:ext>
            </a:extLst>
          </p:cNvPr>
          <p:cNvSpPr txBox="1"/>
          <p:nvPr/>
        </p:nvSpPr>
        <p:spPr>
          <a:xfrm>
            <a:off x="2900584" y="2399733"/>
            <a:ext cx="18294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Ngày</a:t>
            </a:r>
            <a:r>
              <a:rPr lang="en-US" sz="2400" dirty="0"/>
              <a:t> </a:t>
            </a:r>
            <a:r>
              <a:rPr lang="en-US" sz="2400" dirty="0" err="1"/>
              <a:t>bắt</a:t>
            </a:r>
            <a:r>
              <a:rPr lang="en-US" sz="2400" dirty="0"/>
              <a:t> </a:t>
            </a:r>
            <a:r>
              <a:rPr lang="en-US" sz="2400" dirty="0" err="1"/>
              <a:t>đầu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AB665B-2C3B-664E-05A9-BA00DDB419DF}"/>
              </a:ext>
            </a:extLst>
          </p:cNvPr>
          <p:cNvSpPr txBox="1"/>
          <p:nvPr/>
        </p:nvSpPr>
        <p:spPr>
          <a:xfrm>
            <a:off x="2900584" y="2935662"/>
            <a:ext cx="18816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Ngày</a:t>
            </a:r>
            <a:r>
              <a:rPr lang="en-US" sz="2400" dirty="0"/>
              <a:t> </a:t>
            </a:r>
            <a:r>
              <a:rPr lang="en-US" sz="2400" dirty="0" err="1"/>
              <a:t>kết</a:t>
            </a:r>
            <a:r>
              <a:rPr lang="en-US" sz="2400" dirty="0"/>
              <a:t> </a:t>
            </a:r>
            <a:r>
              <a:rPr lang="en-US" sz="2400" dirty="0" err="1"/>
              <a:t>thúc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0C0EB5-C324-5C6D-30FD-3F5485A39C6E}"/>
              </a:ext>
            </a:extLst>
          </p:cNvPr>
          <p:cNvSpPr/>
          <p:nvPr/>
        </p:nvSpPr>
        <p:spPr>
          <a:xfrm>
            <a:off x="6096000" y="2935662"/>
            <a:ext cx="3006790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914FFB-701F-C26A-FD9B-50D93B675B98}"/>
              </a:ext>
            </a:extLst>
          </p:cNvPr>
          <p:cNvSpPr txBox="1"/>
          <p:nvPr/>
        </p:nvSpPr>
        <p:spPr>
          <a:xfrm>
            <a:off x="5531710" y="4332478"/>
            <a:ext cx="1128579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 err="1"/>
              <a:t>Thống</a:t>
            </a:r>
            <a:r>
              <a:rPr lang="en-US" sz="2000" dirty="0"/>
              <a:t> </a:t>
            </a:r>
            <a:r>
              <a:rPr lang="en-US" sz="2000" dirty="0" err="1"/>
              <a:t>kê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1615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FDB32-44A7-F6B0-FB8F-05D975A4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808278-2BAF-9A90-1A26-6CA2BAC3DC1B}"/>
              </a:ext>
            </a:extLst>
          </p:cNvPr>
          <p:cNvSpPr txBox="1"/>
          <p:nvPr/>
        </p:nvSpPr>
        <p:spPr>
          <a:xfrm>
            <a:off x="384485" y="246888"/>
            <a:ext cx="73698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Thống</a:t>
            </a:r>
            <a:r>
              <a:rPr lang="en-US" sz="3600" dirty="0"/>
              <a:t> </a:t>
            </a:r>
            <a:r>
              <a:rPr lang="en-US" sz="3600" dirty="0" err="1"/>
              <a:t>kê</a:t>
            </a:r>
            <a:r>
              <a:rPr lang="en-US" sz="3600" dirty="0"/>
              <a:t> </a:t>
            </a:r>
            <a:r>
              <a:rPr lang="en-US" sz="3600" dirty="0" err="1"/>
              <a:t>nhà</a:t>
            </a:r>
            <a:r>
              <a:rPr lang="en-US" sz="3600" dirty="0"/>
              <a:t> </a:t>
            </a:r>
            <a:r>
              <a:rPr lang="en-US" sz="3600" dirty="0" err="1"/>
              <a:t>cung</a:t>
            </a:r>
            <a:r>
              <a:rPr lang="en-US" sz="3600" dirty="0"/>
              <a:t> </a:t>
            </a:r>
            <a:r>
              <a:rPr lang="en-US" sz="3600" dirty="0" err="1"/>
              <a:t>cấp</a:t>
            </a:r>
            <a:r>
              <a:rPr lang="en-US" sz="3600" dirty="0"/>
              <a:t> </a:t>
            </a:r>
            <a:r>
              <a:rPr lang="en-US" sz="3600" dirty="0" err="1"/>
              <a:t>theo</a:t>
            </a:r>
            <a:r>
              <a:rPr lang="en-US" sz="3600" dirty="0"/>
              <a:t> </a:t>
            </a:r>
            <a:r>
              <a:rPr lang="en-US" sz="3600" dirty="0" err="1"/>
              <a:t>doanh</a:t>
            </a:r>
            <a:r>
              <a:rPr lang="en-US" sz="3600" dirty="0"/>
              <a:t> chi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270961-19FB-A88D-6FCF-4F6030E8F9E1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E2E7BE-2CCA-80B8-23CB-402CDE70359C}"/>
              </a:ext>
            </a:extLst>
          </p:cNvPr>
          <p:cNvSpPr txBox="1"/>
          <p:nvPr/>
        </p:nvSpPr>
        <p:spPr>
          <a:xfrm>
            <a:off x="384485" y="1756838"/>
            <a:ext cx="1124437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 err="1"/>
              <a:t>Tổng</a:t>
            </a:r>
            <a:r>
              <a:rPr lang="en-US" sz="2000" dirty="0"/>
              <a:t> </a:t>
            </a:r>
            <a:r>
              <a:rPr lang="en-US" sz="2000" dirty="0" err="1"/>
              <a:t>doanh</a:t>
            </a:r>
            <a:r>
              <a:rPr lang="en-US" sz="2000" dirty="0"/>
              <a:t> chi: 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BDC4975-8A38-B685-F02C-22A8CC3DFD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6962394"/>
              </p:ext>
            </p:extLst>
          </p:nvPr>
        </p:nvGraphicFramePr>
        <p:xfrm>
          <a:off x="384484" y="2374730"/>
          <a:ext cx="1124437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4063">
                  <a:extLst>
                    <a:ext uri="{9D8B030D-6E8A-4147-A177-3AD203B41FA5}">
                      <a16:colId xmlns:a16="http://schemas.microsoft.com/office/drawing/2014/main" val="3938153180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4186209013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112808881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2792870680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930128741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9822815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Tên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Địa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chỉ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Tổng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doanh</a:t>
                      </a:r>
                      <a:r>
                        <a:rPr lang="en-US" dirty="0"/>
                        <a:t> chi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Số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phiếu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nhập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Tùy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chọn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344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Xem chi </a:t>
                      </a:r>
                      <a:r>
                        <a:rPr lang="en-US" dirty="0" err="1"/>
                        <a:t>tiết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2183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Xem chi </a:t>
                      </a:r>
                      <a:r>
                        <a:rPr lang="en-US" dirty="0" err="1"/>
                        <a:t>tiết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1804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Xem chi </a:t>
                      </a:r>
                      <a:r>
                        <a:rPr lang="en-US" dirty="0" err="1"/>
                        <a:t>tiết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89437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578C008-6E5E-6299-F3AD-D650C541E096}"/>
              </a:ext>
            </a:extLst>
          </p:cNvPr>
          <p:cNvSpPr txBox="1"/>
          <p:nvPr/>
        </p:nvSpPr>
        <p:spPr>
          <a:xfrm>
            <a:off x="384484" y="1172309"/>
            <a:ext cx="2394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kê</a:t>
            </a:r>
            <a:r>
              <a:rPr lang="en-US" sz="2400" dirty="0"/>
              <a:t> </a:t>
            </a:r>
            <a:r>
              <a:rPr lang="en-US" sz="2400" dirty="0" err="1"/>
              <a:t>từ</a:t>
            </a:r>
            <a:r>
              <a:rPr lang="en-US" sz="2400" dirty="0"/>
              <a:t> </a:t>
            </a:r>
            <a:r>
              <a:rPr lang="en-US" sz="2400" dirty="0" err="1"/>
              <a:t>ngày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169B2-BA55-14A5-B263-A4484BC80D72}"/>
              </a:ext>
            </a:extLst>
          </p:cNvPr>
          <p:cNvSpPr txBox="1"/>
          <p:nvPr/>
        </p:nvSpPr>
        <p:spPr>
          <a:xfrm>
            <a:off x="2779179" y="1203086"/>
            <a:ext cx="2394695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298926-2067-77CC-9058-612377D2F319}"/>
              </a:ext>
            </a:extLst>
          </p:cNvPr>
          <p:cNvSpPr txBox="1"/>
          <p:nvPr/>
        </p:nvSpPr>
        <p:spPr>
          <a:xfrm>
            <a:off x="5329148" y="1140063"/>
            <a:ext cx="1183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tới</a:t>
            </a:r>
            <a:r>
              <a:rPr lang="en-US" sz="2400" dirty="0"/>
              <a:t> </a:t>
            </a:r>
            <a:r>
              <a:rPr lang="en-US" sz="2400" dirty="0" err="1"/>
              <a:t>ngày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D34E6F-8C56-5F69-3C44-2D5F6B0386BE}"/>
              </a:ext>
            </a:extLst>
          </p:cNvPr>
          <p:cNvSpPr txBox="1"/>
          <p:nvPr/>
        </p:nvSpPr>
        <p:spPr>
          <a:xfrm>
            <a:off x="6667759" y="1208308"/>
            <a:ext cx="2394695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59145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FF686-A967-DB22-8C34-081A2A094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B16FB2F-1438-00D6-328F-346C5046F7E3}"/>
              </a:ext>
            </a:extLst>
          </p:cNvPr>
          <p:cNvSpPr txBox="1"/>
          <p:nvPr/>
        </p:nvSpPr>
        <p:spPr>
          <a:xfrm>
            <a:off x="384485" y="246888"/>
            <a:ext cx="58460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Thống</a:t>
            </a:r>
            <a:r>
              <a:rPr lang="en-US" sz="3600" dirty="0"/>
              <a:t> </a:t>
            </a:r>
            <a:r>
              <a:rPr lang="en-US" sz="3600" dirty="0" err="1"/>
              <a:t>kê</a:t>
            </a:r>
            <a:r>
              <a:rPr lang="en-US" sz="3600" dirty="0"/>
              <a:t> chi </a:t>
            </a:r>
            <a:r>
              <a:rPr lang="en-US" sz="3600" dirty="0" err="1"/>
              <a:t>tiết</a:t>
            </a:r>
            <a:r>
              <a:rPr lang="en-US" sz="3600" dirty="0"/>
              <a:t> </a:t>
            </a:r>
            <a:r>
              <a:rPr lang="en-US" sz="3600" dirty="0" err="1"/>
              <a:t>nhà</a:t>
            </a:r>
            <a:r>
              <a:rPr lang="en-US" sz="3600" dirty="0"/>
              <a:t> </a:t>
            </a:r>
            <a:r>
              <a:rPr lang="en-US" sz="3600" dirty="0" err="1"/>
              <a:t>cung</a:t>
            </a:r>
            <a:r>
              <a:rPr lang="en-US" sz="3600" dirty="0"/>
              <a:t> </a:t>
            </a:r>
            <a:r>
              <a:rPr lang="en-US" sz="3600" dirty="0" err="1"/>
              <a:t>cấp</a:t>
            </a:r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3E3DEE-CD81-FB12-56C4-C27583581751}"/>
              </a:ext>
            </a:extLst>
          </p:cNvPr>
          <p:cNvSpPr txBox="1"/>
          <p:nvPr/>
        </p:nvSpPr>
        <p:spPr>
          <a:xfrm>
            <a:off x="10602557" y="369998"/>
            <a:ext cx="102630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000" dirty="0"/>
              <a:t>Quay </a:t>
            </a:r>
            <a:r>
              <a:rPr lang="en-US" sz="2000" dirty="0" err="1"/>
              <a:t>lại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3016B5-F81E-378C-0023-222A4E12429A}"/>
              </a:ext>
            </a:extLst>
          </p:cNvPr>
          <p:cNvSpPr txBox="1"/>
          <p:nvPr/>
        </p:nvSpPr>
        <p:spPr>
          <a:xfrm>
            <a:off x="384485" y="1756838"/>
            <a:ext cx="11244377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 err="1"/>
              <a:t>Nhà</a:t>
            </a:r>
            <a:r>
              <a:rPr lang="en-US" sz="2000" dirty="0"/>
              <a:t> </a:t>
            </a:r>
            <a:r>
              <a:rPr lang="en-US" sz="2000" dirty="0" err="1"/>
              <a:t>cung</a:t>
            </a:r>
            <a:r>
              <a:rPr lang="en-US" sz="2000" dirty="0"/>
              <a:t> </a:t>
            </a:r>
            <a:r>
              <a:rPr lang="en-US" sz="2000" dirty="0" err="1"/>
              <a:t>cấp</a:t>
            </a:r>
            <a:r>
              <a:rPr lang="en-US" sz="2000" dirty="0"/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AA836B1-0C70-1845-505F-218A5E08B1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9117060"/>
              </p:ext>
            </p:extLst>
          </p:nvPr>
        </p:nvGraphicFramePr>
        <p:xfrm>
          <a:off x="384484" y="2374730"/>
          <a:ext cx="1124437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4063">
                  <a:extLst>
                    <a:ext uri="{9D8B030D-6E8A-4147-A177-3AD203B41FA5}">
                      <a16:colId xmlns:a16="http://schemas.microsoft.com/office/drawing/2014/main" val="3938153180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4186209013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112808881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2792870680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930128741"/>
                    </a:ext>
                  </a:extLst>
                </a:gridCol>
                <a:gridCol w="1874063">
                  <a:extLst>
                    <a:ext uri="{9D8B030D-6E8A-4147-A177-3AD203B41FA5}">
                      <a16:colId xmlns:a16="http://schemas.microsoft.com/office/drawing/2014/main" val="19822815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Người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nhập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Ngày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nhập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Tổng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số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sản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phẩm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Doanh chi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Tùy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chọn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344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Xem chi </a:t>
                      </a:r>
                      <a:r>
                        <a:rPr lang="en-US" dirty="0" err="1"/>
                        <a:t>tiết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2183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Xem chi </a:t>
                      </a:r>
                      <a:r>
                        <a:rPr lang="en-US" dirty="0" err="1"/>
                        <a:t>tiết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1804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Xem chi </a:t>
                      </a:r>
                      <a:r>
                        <a:rPr lang="en-US" dirty="0" err="1"/>
                        <a:t>tiết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89437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36508E9-3041-089B-CCAE-87AAC449718D}"/>
              </a:ext>
            </a:extLst>
          </p:cNvPr>
          <p:cNvSpPr txBox="1"/>
          <p:nvPr/>
        </p:nvSpPr>
        <p:spPr>
          <a:xfrm>
            <a:off x="384484" y="1172309"/>
            <a:ext cx="2394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kê</a:t>
            </a:r>
            <a:r>
              <a:rPr lang="en-US" sz="2400" dirty="0"/>
              <a:t> </a:t>
            </a:r>
            <a:r>
              <a:rPr lang="en-US" sz="2400" dirty="0" err="1"/>
              <a:t>từ</a:t>
            </a:r>
            <a:r>
              <a:rPr lang="en-US" sz="2400" dirty="0"/>
              <a:t> </a:t>
            </a:r>
            <a:r>
              <a:rPr lang="en-US" sz="2400" dirty="0" err="1"/>
              <a:t>ngày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F15CF4-BBD7-319F-8F6D-AAF695729149}"/>
              </a:ext>
            </a:extLst>
          </p:cNvPr>
          <p:cNvSpPr txBox="1"/>
          <p:nvPr/>
        </p:nvSpPr>
        <p:spPr>
          <a:xfrm>
            <a:off x="2779179" y="1203086"/>
            <a:ext cx="2394695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1226DA-0417-8C55-62A4-449D5A94B516}"/>
              </a:ext>
            </a:extLst>
          </p:cNvPr>
          <p:cNvSpPr txBox="1"/>
          <p:nvPr/>
        </p:nvSpPr>
        <p:spPr>
          <a:xfrm>
            <a:off x="5329148" y="1140063"/>
            <a:ext cx="1183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tới</a:t>
            </a:r>
            <a:r>
              <a:rPr lang="en-US" sz="2400" dirty="0"/>
              <a:t> </a:t>
            </a:r>
            <a:r>
              <a:rPr lang="en-US" sz="2400" dirty="0" err="1"/>
              <a:t>ngày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A23EA2-1243-66B4-9440-DAD27044ADD8}"/>
              </a:ext>
            </a:extLst>
          </p:cNvPr>
          <p:cNvSpPr txBox="1"/>
          <p:nvPr/>
        </p:nvSpPr>
        <p:spPr>
          <a:xfrm>
            <a:off x="6667759" y="1208308"/>
            <a:ext cx="2394695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79874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1272-65D2-9033-B4CD-3E0A2F28C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1DDD1DB-A183-DD86-2554-362EE99A91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4328374"/>
              </p:ext>
            </p:extLst>
          </p:nvPr>
        </p:nvGraphicFramePr>
        <p:xfrm>
          <a:off x="1909065" y="2915688"/>
          <a:ext cx="8373869" cy="10266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6267">
                  <a:extLst>
                    <a:ext uri="{9D8B030D-6E8A-4147-A177-3AD203B41FA5}">
                      <a16:colId xmlns:a16="http://schemas.microsoft.com/office/drawing/2014/main" val="521095886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248259703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2874615698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443166938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922341126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610050663"/>
                    </a:ext>
                  </a:extLst>
                </a:gridCol>
                <a:gridCol w="1196267">
                  <a:extLst>
                    <a:ext uri="{9D8B030D-6E8A-4147-A177-3AD203B41FA5}">
                      <a16:colId xmlns:a16="http://schemas.microsoft.com/office/drawing/2014/main" val="3499471327"/>
                    </a:ext>
                  </a:extLst>
                </a:gridCol>
              </a:tblGrid>
              <a:tr h="337127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Tên</a:t>
                      </a:r>
                      <a:endParaRPr lang="en-US" sz="1700" dirty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Cỡ</a:t>
                      </a:r>
                      <a:endParaRPr lang="en-US" sz="1700" dirty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Màu</a:t>
                      </a:r>
                      <a:endParaRPr lang="en-US" sz="1700" dirty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Đơn</a:t>
                      </a:r>
                      <a:r>
                        <a:rPr lang="en-US" sz="1700" dirty="0"/>
                        <a:t> </a:t>
                      </a:r>
                      <a:r>
                        <a:rPr lang="en-US" sz="1700" dirty="0" err="1"/>
                        <a:t>giá</a:t>
                      </a:r>
                      <a:endParaRPr lang="en-US" sz="1700" dirty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Số</a:t>
                      </a:r>
                      <a:r>
                        <a:rPr lang="en-US" sz="1700" dirty="0"/>
                        <a:t> </a:t>
                      </a:r>
                      <a:r>
                        <a:rPr lang="en-US" sz="1700" dirty="0" err="1"/>
                        <a:t>lượng</a:t>
                      </a:r>
                      <a:endParaRPr lang="en-US" sz="1700" dirty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Chiết</a:t>
                      </a:r>
                      <a:r>
                        <a:rPr lang="en-US" sz="1700" dirty="0"/>
                        <a:t> </a:t>
                      </a:r>
                      <a:r>
                        <a:rPr lang="en-US" sz="1700" dirty="0" err="1"/>
                        <a:t>khấu</a:t>
                      </a:r>
                      <a:endParaRPr lang="en-US" sz="1700" dirty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Thành </a:t>
                      </a:r>
                      <a:r>
                        <a:rPr lang="en-US" sz="1700" dirty="0" err="1"/>
                        <a:t>tiền</a:t>
                      </a:r>
                      <a:endParaRPr lang="en-US" sz="1700" dirty="0"/>
                    </a:p>
                  </a:txBody>
                  <a:tcPr marT="41564" marB="41564"/>
                </a:tc>
                <a:extLst>
                  <a:ext uri="{0D108BD9-81ED-4DB2-BD59-A6C34878D82A}">
                    <a16:rowId xmlns:a16="http://schemas.microsoft.com/office/drawing/2014/main" val="2399255888"/>
                  </a:ext>
                </a:extLst>
              </a:tr>
              <a:tr h="337127"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extLst>
                  <a:ext uri="{0D108BD9-81ED-4DB2-BD59-A6C34878D82A}">
                    <a16:rowId xmlns:a16="http://schemas.microsoft.com/office/drawing/2014/main" val="1995155161"/>
                  </a:ext>
                </a:extLst>
              </a:tr>
              <a:tr h="337127"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/>
                    </a:p>
                  </a:txBody>
                  <a:tcPr marT="41564" marB="41564"/>
                </a:tc>
                <a:tc>
                  <a:txBody>
                    <a:bodyPr/>
                    <a:lstStyle/>
                    <a:p>
                      <a:endParaRPr lang="en-US" sz="1700" dirty="0"/>
                    </a:p>
                  </a:txBody>
                  <a:tcPr marT="41564" marB="41564"/>
                </a:tc>
                <a:extLst>
                  <a:ext uri="{0D108BD9-81ED-4DB2-BD59-A6C34878D82A}">
                    <a16:rowId xmlns:a16="http://schemas.microsoft.com/office/drawing/2014/main" val="200956324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CB40756-0A2B-B4F4-DFFA-8B8228BBADA4}"/>
              </a:ext>
            </a:extLst>
          </p:cNvPr>
          <p:cNvSpPr txBox="1"/>
          <p:nvPr/>
        </p:nvSpPr>
        <p:spPr>
          <a:xfrm>
            <a:off x="1483264" y="4414061"/>
            <a:ext cx="21114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Mã</a:t>
            </a:r>
            <a:r>
              <a:rPr lang="en-US" sz="2400" dirty="0"/>
              <a:t> </a:t>
            </a:r>
            <a:r>
              <a:rPr lang="en-US" sz="2400" dirty="0" err="1"/>
              <a:t>chiết</a:t>
            </a:r>
            <a:r>
              <a:rPr lang="en-US" sz="2400" dirty="0"/>
              <a:t> </a:t>
            </a:r>
            <a:r>
              <a:rPr lang="en-US" sz="2400" dirty="0" err="1"/>
              <a:t>khấu</a:t>
            </a:r>
            <a:r>
              <a:rPr lang="en-US" sz="2400" dirty="0"/>
              <a:t>: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84830B-B057-5254-88F6-07213C8D0C03}"/>
              </a:ext>
            </a:extLst>
          </p:cNvPr>
          <p:cNvSpPr txBox="1"/>
          <p:nvPr/>
        </p:nvSpPr>
        <p:spPr>
          <a:xfrm>
            <a:off x="1483264" y="5089769"/>
            <a:ext cx="2223494" cy="75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Tổng</a:t>
            </a:r>
            <a:r>
              <a:rPr lang="en-US" sz="2400" dirty="0"/>
              <a:t> </a:t>
            </a:r>
            <a:r>
              <a:rPr lang="en-US" sz="2400" dirty="0" err="1"/>
              <a:t>chiết</a:t>
            </a:r>
            <a:r>
              <a:rPr lang="en-US" sz="2400" dirty="0"/>
              <a:t> </a:t>
            </a:r>
            <a:r>
              <a:rPr lang="en-US" sz="2400" dirty="0" err="1"/>
              <a:t>khấu</a:t>
            </a:r>
            <a:r>
              <a:rPr lang="en-US" sz="2400" dirty="0"/>
              <a:t>:</a:t>
            </a:r>
          </a:p>
          <a:p>
            <a:r>
              <a:rPr lang="en-US" sz="2400" dirty="0" err="1"/>
              <a:t>Tổng</a:t>
            </a:r>
            <a:r>
              <a:rPr lang="en-US" sz="2400" dirty="0"/>
              <a:t> </a:t>
            </a:r>
            <a:r>
              <a:rPr lang="en-US" sz="2400" dirty="0" err="1"/>
              <a:t>tiền</a:t>
            </a:r>
            <a:r>
              <a:rPr lang="en-US" sz="2400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20B476-E896-18DE-EA10-34458EBFD459}"/>
              </a:ext>
            </a:extLst>
          </p:cNvPr>
          <p:cNvSpPr txBox="1"/>
          <p:nvPr/>
        </p:nvSpPr>
        <p:spPr>
          <a:xfrm>
            <a:off x="384485" y="246888"/>
            <a:ext cx="37408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Chi </a:t>
            </a:r>
            <a:r>
              <a:rPr lang="en-US" sz="3600" dirty="0" err="1"/>
              <a:t>tiết</a:t>
            </a:r>
            <a:r>
              <a:rPr lang="en-US" sz="3600" dirty="0"/>
              <a:t> </a:t>
            </a:r>
            <a:r>
              <a:rPr lang="en-US" sz="3600" dirty="0" err="1"/>
              <a:t>phiếu</a:t>
            </a:r>
            <a:r>
              <a:rPr lang="en-US" sz="3600" dirty="0"/>
              <a:t> </a:t>
            </a:r>
            <a:r>
              <a:rPr lang="en-US" sz="3600" dirty="0" err="1"/>
              <a:t>nhập</a:t>
            </a:r>
            <a:endParaRPr lang="en-US" sz="3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56B31D-F806-C0D8-D589-EA07F287B61E}"/>
              </a:ext>
            </a:extLst>
          </p:cNvPr>
          <p:cNvSpPr txBox="1"/>
          <p:nvPr/>
        </p:nvSpPr>
        <p:spPr>
          <a:xfrm>
            <a:off x="1483264" y="1012778"/>
            <a:ext cx="28010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Nhân</a:t>
            </a:r>
            <a:r>
              <a:rPr lang="en-US" sz="2400" dirty="0"/>
              <a:t> </a:t>
            </a:r>
            <a:r>
              <a:rPr lang="en-US" sz="2400" dirty="0" err="1"/>
              <a:t>viên</a:t>
            </a:r>
            <a:r>
              <a:rPr lang="en-US" sz="2400" dirty="0"/>
              <a:t> </a:t>
            </a:r>
            <a:r>
              <a:rPr lang="en-US" sz="2400" dirty="0" err="1"/>
              <a:t>nhập</a:t>
            </a:r>
            <a:r>
              <a:rPr lang="en-US" sz="2400" dirty="0"/>
              <a:t>:</a:t>
            </a:r>
          </a:p>
          <a:p>
            <a:r>
              <a:rPr lang="en-US" sz="2400" dirty="0" err="1"/>
              <a:t>Ngày</a:t>
            </a:r>
            <a:r>
              <a:rPr lang="en-US" sz="2400" dirty="0"/>
              <a:t> </a:t>
            </a:r>
            <a:r>
              <a:rPr lang="en-US" sz="2400" dirty="0" err="1"/>
              <a:t>nhập</a:t>
            </a:r>
            <a:r>
              <a:rPr lang="en-US" sz="2400" dirty="0"/>
              <a:t>: </a:t>
            </a:r>
          </a:p>
          <a:p>
            <a:r>
              <a:rPr lang="en-US" sz="2400" dirty="0" err="1"/>
              <a:t>Nhà</a:t>
            </a:r>
            <a:r>
              <a:rPr lang="en-US" sz="2400" dirty="0"/>
              <a:t>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r>
              <a:rPr lang="en-US" sz="2400" dirty="0"/>
              <a:t>:</a:t>
            </a:r>
          </a:p>
          <a:p>
            <a:r>
              <a:rPr lang="en-US" sz="2400" dirty="0"/>
              <a:t>Danh </a:t>
            </a:r>
            <a:r>
              <a:rPr lang="en-US" sz="2400" dirty="0" err="1"/>
              <a:t>sách</a:t>
            </a:r>
            <a:r>
              <a:rPr lang="en-US" sz="2400" dirty="0"/>
              <a:t> </a:t>
            </a:r>
            <a:r>
              <a:rPr lang="en-US" sz="2400" dirty="0" err="1"/>
              <a:t>mặt</a:t>
            </a:r>
            <a:r>
              <a:rPr lang="en-US" sz="2400" dirty="0"/>
              <a:t> </a:t>
            </a:r>
            <a:r>
              <a:rPr lang="en-US" sz="2400" dirty="0" err="1"/>
              <a:t>hàng</a:t>
            </a:r>
            <a:r>
              <a:rPr lang="en-US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91718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</TotalTime>
  <Words>462</Words>
  <Application>Microsoft Office PowerPoint</Application>
  <PresentationFormat>Widescreen</PresentationFormat>
  <Paragraphs>175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Tùng Nguyễn Hoàng</dc:creator>
  <cp:lastModifiedBy>Tùng Nguyễn Hoàng</cp:lastModifiedBy>
  <cp:revision>2</cp:revision>
  <dcterms:created xsi:type="dcterms:W3CDTF">2025-10-29T13:30:32Z</dcterms:created>
  <dcterms:modified xsi:type="dcterms:W3CDTF">2025-10-30T18:46:39Z</dcterms:modified>
</cp:coreProperties>
</file>