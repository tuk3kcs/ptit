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3FCF-0C55-624B-31EF-F9674B79E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57707-E48B-1D97-02A8-E545B99CC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CBF9B-DF65-34FE-0E2E-A318429B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E71B-BA5D-910D-7310-128AD378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EB2EF-E522-BE09-9087-4C67D74A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2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92FB-ECEA-6CD2-8486-7A9B3CEF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C9D0F-1657-D654-DC2D-5167AFA4B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56D05-A41E-C85F-2987-E416CEC3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B2F8-F8A1-9AFD-52E6-A7A991B4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2EBA0-6569-6A96-7D62-2E68FD2B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3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C1CA9-4E4C-528C-09A8-0F9D5E05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3C98F-541F-41E4-5531-F0297EE90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8E4A-22D7-EE9F-D61F-58ACC40E9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77B6B-4083-588E-7790-7EED5729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350BA-79AA-072B-9249-1C62FE8F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0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F72E-4050-1D68-6223-45BA7C1B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690C-1A24-C9A2-9CBF-B9601755F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DCC41-4840-A504-2237-3E3076323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13428-600B-1978-302B-56D90663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ADA6D-F7CA-80D9-DCF3-1E88B3E4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3B9C3-844E-07B2-602B-EE593C95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9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1C6B-F268-A6DB-C6D6-31736D90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744DA-91A2-FB65-C0DD-1345396F0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B4DA7-F3C3-BBA1-9527-8C1FCED73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C2AAF-CAA6-A25E-7783-570B14250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160CC-0898-0318-B713-ADC3DE8BD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21698-D0B3-AB77-17D0-27F21B98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38524A-C5D5-F829-118E-10A8F294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33C4BA-FDAD-4CCD-F7D2-3E99CDA6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6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8C83-E761-E378-6B07-9C898001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46A67-012B-F3C8-DA1E-CD90A4F06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D317F-4711-89F7-2B9A-B60F9F52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926B5-F723-B311-259F-85813992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41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F8C04-E893-50B0-5207-0D61D26C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26B43-70A1-5114-9CD2-BA05F26E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FE7DB-C3C2-7AE7-457E-4DA42082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7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FF29-A2A6-19AF-802C-E94B7A15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4DD72-9488-C564-C5A1-1AD6DA7AE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2BF30-A310-70AA-934B-DE821F22E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B2EB2-C092-FFE1-8673-BD376513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77D7E-67DE-FB56-67B5-C74FF691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E516C-FD7E-975E-C7F2-5AA7ECE5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8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7F12-829E-70B1-211D-1633E3D0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7AE43-2B22-CA31-6E31-8D5A452AA7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693CD-2062-0258-C398-58C213EEA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045B9-299F-1D28-7733-6FE349B5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29EBA-CC72-9471-AB5B-843C0FBC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4B8D3-13FC-6DF4-8A33-A4CDE8AA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6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3155-18D4-3291-F3FB-6630923C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29492-8DCC-A38E-B5A4-2E03C31B4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93D78-E2CA-217D-84BE-30187477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22AF9-1F6A-57C4-CFF5-78A03ADC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624C9-2609-DA05-0425-95CE1AAE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64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784A9E-63B7-3CD1-350C-4368CDB25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3ADF8-9812-9289-5364-67AD47803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A56F5-EB90-D7E2-D0CA-B3E40320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7D9D-A440-2280-19CB-AB0F8F30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E5CA7-8A6B-40C0-D040-673F9FBF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5707C-295F-1B77-50D2-F2506040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D1BA0-6784-1110-603F-7ED47190D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34C86-E742-46CB-F19E-61311CB3D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EC273-462E-4ED3-811C-9B6E16FABB3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C0B25-4EFE-22B2-B440-169B453C5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DBFBF-F0AC-086A-5960-644C933C6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6E23-5703-4816-AC99-41D52548E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9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3324E0-2CF3-A16B-CA9C-757FE11AED72}"/>
              </a:ext>
            </a:extLst>
          </p:cNvPr>
          <p:cNvSpPr txBox="1"/>
          <p:nvPr/>
        </p:nvSpPr>
        <p:spPr>
          <a:xfrm>
            <a:off x="4992973" y="1243584"/>
            <a:ext cx="2206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err="1"/>
              <a:t>Đăng</a:t>
            </a:r>
            <a:r>
              <a:rPr lang="en-US" sz="3600" dirty="0"/>
              <a:t> </a:t>
            </a:r>
            <a:r>
              <a:rPr lang="en-US" sz="3600" dirty="0" err="1"/>
              <a:t>nhập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B2BCBB-66F2-8825-AA38-95266F547B64}"/>
              </a:ext>
            </a:extLst>
          </p:cNvPr>
          <p:cNvSpPr txBox="1"/>
          <p:nvPr/>
        </p:nvSpPr>
        <p:spPr>
          <a:xfrm>
            <a:off x="2900584" y="2325469"/>
            <a:ext cx="232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Tên</a:t>
            </a:r>
            <a:r>
              <a:rPr lang="en-US" sz="2800" dirty="0"/>
              <a:t> </a:t>
            </a:r>
            <a:r>
              <a:rPr lang="en-US" sz="2800" dirty="0" err="1"/>
              <a:t>đăng</a:t>
            </a:r>
            <a:r>
              <a:rPr lang="en-US" sz="2800" dirty="0"/>
              <a:t> </a:t>
            </a:r>
            <a:r>
              <a:rPr lang="en-US" sz="2800" dirty="0" err="1"/>
              <a:t>nhập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F8196-F3FB-5DD6-E15D-54C14107AB7D}"/>
              </a:ext>
            </a:extLst>
          </p:cNvPr>
          <p:cNvSpPr txBox="1"/>
          <p:nvPr/>
        </p:nvSpPr>
        <p:spPr>
          <a:xfrm>
            <a:off x="2900584" y="3167390"/>
            <a:ext cx="1575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Mật</a:t>
            </a:r>
            <a:r>
              <a:rPr lang="en-US" sz="2800" dirty="0"/>
              <a:t> </a:t>
            </a:r>
            <a:r>
              <a:rPr lang="en-US" sz="2800" dirty="0" err="1"/>
              <a:t>khẩu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198BB7-4033-2ACC-4FA1-5F6FF223ED20}"/>
              </a:ext>
            </a:extLst>
          </p:cNvPr>
          <p:cNvSpPr/>
          <p:nvPr/>
        </p:nvSpPr>
        <p:spPr>
          <a:xfrm>
            <a:off x="6284626" y="2325469"/>
            <a:ext cx="300679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4710DA-0CB6-F2E7-1C45-ADF55FF1BFEB}"/>
              </a:ext>
            </a:extLst>
          </p:cNvPr>
          <p:cNvSpPr/>
          <p:nvPr/>
        </p:nvSpPr>
        <p:spPr>
          <a:xfrm>
            <a:off x="6284626" y="3167390"/>
            <a:ext cx="300679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06292-564C-ED7C-7381-6C73FC6BEFC9}"/>
              </a:ext>
            </a:extLst>
          </p:cNvPr>
          <p:cNvSpPr txBox="1"/>
          <p:nvPr/>
        </p:nvSpPr>
        <p:spPr>
          <a:xfrm>
            <a:off x="5225387" y="4338495"/>
            <a:ext cx="175881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dirty="0" err="1"/>
              <a:t>Đăng</a:t>
            </a:r>
            <a:r>
              <a:rPr lang="en-US" sz="2800" dirty="0"/>
              <a:t> </a:t>
            </a:r>
            <a:r>
              <a:rPr lang="en-US" sz="2800" dirty="0" err="1"/>
              <a:t>nhập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4580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28B7D-2BA3-CE99-EFA1-6460735470C6}"/>
              </a:ext>
            </a:extLst>
          </p:cNvPr>
          <p:cNvSpPr txBox="1"/>
          <p:nvPr/>
        </p:nvSpPr>
        <p:spPr>
          <a:xfrm>
            <a:off x="384485" y="246888"/>
            <a:ext cx="7271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Quản </a:t>
            </a:r>
            <a:r>
              <a:rPr lang="en-US" sz="3600" dirty="0" err="1"/>
              <a:t>lý</a:t>
            </a:r>
            <a:r>
              <a:rPr lang="en-US" sz="3600" dirty="0"/>
              <a:t> </a:t>
            </a:r>
            <a:r>
              <a:rPr lang="en-US" sz="3600" dirty="0" err="1"/>
              <a:t>hệ</a:t>
            </a:r>
            <a:r>
              <a:rPr lang="en-US" sz="3600" dirty="0"/>
              <a:t> </a:t>
            </a:r>
            <a:r>
              <a:rPr lang="en-US" sz="3600" dirty="0" err="1"/>
              <a:t>thống</a:t>
            </a:r>
            <a:r>
              <a:rPr lang="en-US" sz="3600" dirty="0"/>
              <a:t> </a:t>
            </a:r>
            <a:r>
              <a:rPr lang="en-US" sz="3600" dirty="0" err="1"/>
              <a:t>cho</a:t>
            </a:r>
            <a:r>
              <a:rPr lang="en-US" sz="3600" dirty="0"/>
              <a:t> </a:t>
            </a:r>
            <a:r>
              <a:rPr lang="en-US" sz="3600" dirty="0" err="1"/>
              <a:t>thuê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phục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8D7BE-AFED-79A6-5F3D-D6A7819D3555}"/>
              </a:ext>
            </a:extLst>
          </p:cNvPr>
          <p:cNvSpPr txBox="1"/>
          <p:nvPr/>
        </p:nvSpPr>
        <p:spPr>
          <a:xfrm>
            <a:off x="8293608" y="1298448"/>
            <a:ext cx="23069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Họ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endParaRPr lang="en-US" sz="2400" dirty="0"/>
          </a:p>
          <a:p>
            <a:pPr marL="285750" indent="-285750">
              <a:buFontTx/>
              <a:buChar char="-"/>
            </a:pP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051B3-6957-C529-7B4F-26E117270474}"/>
              </a:ext>
            </a:extLst>
          </p:cNvPr>
          <p:cNvSpPr txBox="1"/>
          <p:nvPr/>
        </p:nvSpPr>
        <p:spPr>
          <a:xfrm>
            <a:off x="8050399" y="2674287"/>
            <a:ext cx="157690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mật</a:t>
            </a:r>
            <a:r>
              <a:rPr lang="en-US" sz="2000" dirty="0"/>
              <a:t> </a:t>
            </a:r>
            <a:r>
              <a:rPr lang="en-US" sz="2000" dirty="0" err="1"/>
              <a:t>khẩu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936F1-373F-7BAC-1E43-0AC961EEABEE}"/>
              </a:ext>
            </a:extLst>
          </p:cNvPr>
          <p:cNvSpPr txBox="1"/>
          <p:nvPr/>
        </p:nvSpPr>
        <p:spPr>
          <a:xfrm>
            <a:off x="9730529" y="2674287"/>
            <a:ext cx="1231363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 err="1"/>
              <a:t>Đăng</a:t>
            </a:r>
            <a:r>
              <a:rPr lang="en-US" sz="2000" dirty="0"/>
              <a:t> </a:t>
            </a:r>
            <a:r>
              <a:rPr lang="en-US" sz="2000" dirty="0" err="1"/>
              <a:t>xuất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8EC45-22C9-DCD2-8E03-E3B7F4B8B271}"/>
              </a:ext>
            </a:extLst>
          </p:cNvPr>
          <p:cNvSpPr txBox="1"/>
          <p:nvPr/>
        </p:nvSpPr>
        <p:spPr>
          <a:xfrm>
            <a:off x="976169" y="1898612"/>
            <a:ext cx="394665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Quản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nhà</a:t>
            </a:r>
            <a:r>
              <a:rPr lang="en-US" sz="2000" dirty="0"/>
              <a:t>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2894B-9ED1-38F0-DE3E-2E0F006F3999}"/>
              </a:ext>
            </a:extLst>
          </p:cNvPr>
          <p:cNvSpPr txBox="1"/>
          <p:nvPr/>
        </p:nvSpPr>
        <p:spPr>
          <a:xfrm>
            <a:off x="976169" y="1298448"/>
            <a:ext cx="1510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0AB04-4EBB-E583-2C5D-D1A1F2D28A64}"/>
              </a:ext>
            </a:extLst>
          </p:cNvPr>
          <p:cNvSpPr txBox="1"/>
          <p:nvPr/>
        </p:nvSpPr>
        <p:spPr>
          <a:xfrm>
            <a:off x="976169" y="2437221"/>
            <a:ext cx="394665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trang</a:t>
            </a:r>
            <a:r>
              <a:rPr lang="en-US" sz="2000" dirty="0"/>
              <a:t> </a:t>
            </a:r>
            <a:r>
              <a:rPr lang="en-US" sz="2000" dirty="0" err="1"/>
              <a:t>phục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E216E-E681-8C63-BF2D-B0B7BC33F118}"/>
              </a:ext>
            </a:extLst>
          </p:cNvPr>
          <p:cNvSpPr txBox="1"/>
          <p:nvPr/>
        </p:nvSpPr>
        <p:spPr>
          <a:xfrm>
            <a:off x="976169" y="2975830"/>
            <a:ext cx="394665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kê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516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2388F-77AA-5761-3351-DADE79B23558}"/>
              </a:ext>
            </a:extLst>
          </p:cNvPr>
          <p:cNvSpPr txBox="1"/>
          <p:nvPr/>
        </p:nvSpPr>
        <p:spPr>
          <a:xfrm>
            <a:off x="384485" y="246888"/>
            <a:ext cx="5999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Quản </a:t>
            </a:r>
            <a:r>
              <a:rPr lang="en-US" sz="3600" dirty="0" err="1"/>
              <a:t>lý</a:t>
            </a:r>
            <a:r>
              <a:rPr lang="en-US" sz="3600" dirty="0"/>
              <a:t> </a:t>
            </a:r>
            <a:r>
              <a:rPr lang="en-US" sz="3600" dirty="0" err="1"/>
              <a:t>thông</a:t>
            </a:r>
            <a:r>
              <a:rPr lang="en-US" sz="3600" dirty="0"/>
              <a:t> tin </a:t>
            </a:r>
            <a:r>
              <a:rPr lang="en-US" sz="3600" dirty="0" err="1"/>
              <a:t>nhà</a:t>
            </a:r>
            <a:r>
              <a:rPr lang="en-US" sz="3600" dirty="0"/>
              <a:t> </a:t>
            </a:r>
            <a:r>
              <a:rPr lang="en-US" sz="3600" dirty="0" err="1"/>
              <a:t>cung</a:t>
            </a:r>
            <a:r>
              <a:rPr lang="en-US" sz="3600" dirty="0"/>
              <a:t> </a:t>
            </a:r>
            <a:r>
              <a:rPr lang="en-US" sz="3600" dirty="0" err="1"/>
              <a:t>cấp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5073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Tùng Nguyễn Hoàng</dc:creator>
  <cp:lastModifiedBy>Tùng Nguyễn Hoàng</cp:lastModifiedBy>
  <cp:revision>1</cp:revision>
  <dcterms:created xsi:type="dcterms:W3CDTF">2025-10-29T13:30:32Z</dcterms:created>
  <dcterms:modified xsi:type="dcterms:W3CDTF">2025-10-29T16:14:28Z</dcterms:modified>
</cp:coreProperties>
</file>